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image" Target="../media/slide.png"/><Relationship Id="rId2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nterview slide" descr="AI-designed bispecific Aβ42–TfR1 binders: 442 accepted arm designs, 250 fusion predictions, 183 pass Stage 8 computational gates.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