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1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Master" Target="slideMasters/slideMaster1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/>
</p:sldMaster>
</file>

<file path=ppt/slides/_rels/slide1.xml.rels><Relationships xmlns="http://schemas.openxmlformats.org/package/2006/relationships"><Relationship Id="rId1" Type="http://schemas.openxmlformats.org/officeDocument/2006/relationships/image" Target="../media/slide.png"/><Relationship Id="rId2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nterview slide" descr="AI-designed bispecific Aβ42–TfR1 binders: 442 accepted arm designs, 250 fusion predictions, 183 pass Stage 8 computational gates.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