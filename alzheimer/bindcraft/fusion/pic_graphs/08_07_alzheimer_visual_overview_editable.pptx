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De novo bispecific binders for Alzheimer’s disease"/>
          <p:cNvSpPr txBox="1"/>
          <p:nvPr/>
        </p:nvSpPr>
        <p:spPr>
          <a:xfrm>
            <a:off x="381000" y="203200"/>
            <a:ext cx="7609681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2480" b="1" lang="en-US">
                <a:solidFill>
                  <a:srgbClr val="17324D"/>
                </a:solidFill>
                <a:latin typeface="Arial"/>
              </a:rPr>
              <a:t>De novo bispecific binders for Alzheimer’s disease</a:t>
            </a:r>
          </a:p>
        </p:txBody>
      </p:sp>
      <p:sp>
        <p:nvSpPr>
          <p:cNvPr id="4" name="Aβ42 recognition × TfR1 targeting  |  Goal: receptor-mediated brain delivery"/>
          <p:cNvSpPr txBox="1"/>
          <p:nvPr/>
        </p:nvSpPr>
        <p:spPr>
          <a:xfrm>
            <a:off x="396240" y="645160"/>
            <a:ext cx="5562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Aβ42 recognition × TfR1 targeting  |  Goal: receptor-mediated brain delivery</a:t>
            </a:r>
          </a:p>
        </p:txBody>
      </p:sp>
      <p:sp>
        <p:nvSpPr>
          <p:cNvPr id="5" name="Editable vector 5"/>
          <p:cNvSpPr/>
          <p:nvPr/>
        </p:nvSpPr>
        <p:spPr>
          <a:xfrm>
            <a:off x="381000" y="965200"/>
            <a:ext cx="11430000" cy="5080"/>
          </a:xfrm>
          <a:custGeom>
            <a:avLst/>
            <a:gdLst/>
            <a:ahLst/>
            <a:cxnLst/>
            <a:rect l="0" t="0" r="r" b="b"/>
            <a:pathLst>
              <a:path w="11430000" h="5080" fill="none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6" name="01  TARGETS"/>
          <p:cNvSpPr txBox="1"/>
          <p:nvPr/>
        </p:nvSpPr>
        <p:spPr>
          <a:xfrm>
            <a:off x="355600" y="112776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01  TARGETS</a:t>
            </a:r>
          </a:p>
        </p:txBody>
      </p:sp>
      <p:sp>
        <p:nvSpPr>
          <p:cNvPr id="7" name="02  ARM DESIGN"/>
          <p:cNvSpPr txBox="1"/>
          <p:nvPr/>
        </p:nvSpPr>
        <p:spPr>
          <a:xfrm>
            <a:off x="3403600" y="112776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02  ARM DESIGN</a:t>
            </a:r>
          </a:p>
        </p:txBody>
      </p:sp>
      <p:sp>
        <p:nvSpPr>
          <p:cNvPr id="8" name="03  FUSION LIBRARY"/>
          <p:cNvSpPr txBox="1"/>
          <p:nvPr/>
        </p:nvSpPr>
        <p:spPr>
          <a:xfrm>
            <a:off x="6400800" y="112776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03  FUSION LIBRARY</a:t>
            </a:r>
          </a:p>
        </p:txBody>
      </p:sp>
      <p:sp>
        <p:nvSpPr>
          <p:cNvPr id="9" name="04  FOLD SCREEN"/>
          <p:cNvSpPr txBox="1"/>
          <p:nvPr/>
        </p:nvSpPr>
        <p:spPr>
          <a:xfrm>
            <a:off x="9448800" y="112776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04  FOLD SCREEN</a:t>
            </a:r>
          </a:p>
        </p:txBody>
      </p:sp>
      <p:sp>
        <p:nvSpPr>
          <p:cNvPr id="10" name="Editable vector 10"/>
          <p:cNvSpPr/>
          <p:nvPr/>
        </p:nvSpPr>
        <p:spPr>
          <a:xfrm>
            <a:off x="1117600" y="1508834"/>
            <a:ext cx="1016000" cy="284233"/>
          </a:xfrm>
          <a:custGeom>
            <a:avLst/>
            <a:gdLst/>
            <a:ahLst/>
            <a:cxnLst/>
            <a:rect l="0" t="0" r="r" b="b"/>
            <a:pathLst>
              <a:path w="1016000" h="284233" fill="none">
                <a:moveTo>
                  <a:pt x="0" y="142165"/>
                </a:moveTo>
                <a:lnTo>
                  <a:pt x="20320" y="167630"/>
                </a:lnTo>
                <a:lnTo>
                  <a:pt x="40640" y="192272"/>
                </a:lnTo>
                <a:lnTo>
                  <a:pt x="60960" y="215296"/>
                </a:lnTo>
                <a:lnTo>
                  <a:pt x="81280" y="235956"/>
                </a:lnTo>
                <a:lnTo>
                  <a:pt x="101600" y="253585"/>
                </a:lnTo>
                <a:lnTo>
                  <a:pt x="121920" y="267615"/>
                </a:lnTo>
                <a:lnTo>
                  <a:pt x="142240" y="277590"/>
                </a:lnTo>
                <a:lnTo>
                  <a:pt x="162560" y="283190"/>
                </a:lnTo>
                <a:lnTo>
                  <a:pt x="182880" y="284233"/>
                </a:lnTo>
                <a:lnTo>
                  <a:pt x="203200" y="280685"/>
                </a:lnTo>
                <a:lnTo>
                  <a:pt x="223520" y="272661"/>
                </a:lnTo>
                <a:lnTo>
                  <a:pt x="243840" y="260421"/>
                </a:lnTo>
                <a:lnTo>
                  <a:pt x="264160" y="244359"/>
                </a:lnTo>
                <a:lnTo>
                  <a:pt x="284480" y="224996"/>
                </a:lnTo>
                <a:lnTo>
                  <a:pt x="304800" y="202955"/>
                </a:lnTo>
                <a:lnTo>
                  <a:pt x="325120" y="178951"/>
                </a:lnTo>
                <a:lnTo>
                  <a:pt x="345440" y="153758"/>
                </a:lnTo>
                <a:lnTo>
                  <a:pt x="365760" y="128190"/>
                </a:lnTo>
                <a:lnTo>
                  <a:pt x="386080" y="103074"/>
                </a:lnTo>
                <a:lnTo>
                  <a:pt x="406400" y="79221"/>
                </a:lnTo>
                <a:lnTo>
                  <a:pt x="426720" y="57402"/>
                </a:lnTo>
                <a:lnTo>
                  <a:pt x="447040" y="38321"/>
                </a:lnTo>
                <a:lnTo>
                  <a:pt x="467360" y="22597"/>
                </a:lnTo>
                <a:lnTo>
                  <a:pt x="487680" y="10735"/>
                </a:lnTo>
                <a:lnTo>
                  <a:pt x="508000" y="3121"/>
                </a:lnTo>
                <a:lnTo>
                  <a:pt x="528320" y="0"/>
                </a:lnTo>
                <a:lnTo>
                  <a:pt x="548640" y="1472"/>
                </a:lnTo>
                <a:lnTo>
                  <a:pt x="568960" y="7490"/>
                </a:lnTo>
                <a:lnTo>
                  <a:pt x="589280" y="17860"/>
                </a:lnTo>
                <a:lnTo>
                  <a:pt x="609600" y="32247"/>
                </a:lnTo>
                <a:lnTo>
                  <a:pt x="629920" y="50185"/>
                </a:lnTo>
                <a:lnTo>
                  <a:pt x="650240" y="71096"/>
                </a:lnTo>
                <a:lnTo>
                  <a:pt x="670560" y="94303"/>
                </a:lnTo>
                <a:lnTo>
                  <a:pt x="690880" y="119056"/>
                </a:lnTo>
                <a:lnTo>
                  <a:pt x="711200" y="144557"/>
                </a:lnTo>
                <a:lnTo>
                  <a:pt x="731520" y="169979"/>
                </a:lnTo>
                <a:lnTo>
                  <a:pt x="751840" y="194504"/>
                </a:lnTo>
                <a:lnTo>
                  <a:pt x="772160" y="217337"/>
                </a:lnTo>
                <a:lnTo>
                  <a:pt x="792480" y="237741"/>
                </a:lnTo>
                <a:lnTo>
                  <a:pt x="812800" y="255056"/>
                </a:lnTo>
                <a:lnTo>
                  <a:pt x="833120" y="268724"/>
                </a:lnTo>
                <a:lnTo>
                  <a:pt x="853440" y="278302"/>
                </a:lnTo>
                <a:lnTo>
                  <a:pt x="873760" y="283482"/>
                </a:lnTo>
                <a:lnTo>
                  <a:pt x="894080" y="284095"/>
                </a:lnTo>
                <a:lnTo>
                  <a:pt x="914400" y="280122"/>
                </a:lnTo>
                <a:lnTo>
                  <a:pt x="934720" y="271691"/>
                </a:lnTo>
                <a:lnTo>
                  <a:pt x="955040" y="259075"/>
                </a:lnTo>
                <a:lnTo>
                  <a:pt x="975360" y="242681"/>
                </a:lnTo>
                <a:lnTo>
                  <a:pt x="995680" y="223040"/>
                </a:lnTo>
                <a:lnTo>
                  <a:pt x="1016000" y="200785"/>
                </a:lnTo>
              </a:path>
            </a:pathLst>
          </a:custGeom>
          <a:noFill/>
          <a:ln w="55880" cap="rnd">
            <a:solidFill>
              <a:srgbClr val="8056A8"/>
            </a:solidFill>
          </a:ln>
        </p:spPr>
      </p:sp>
      <p:sp>
        <p:nvSpPr>
          <p:cNvPr id="11" name="Editable vector 11"/>
          <p:cNvSpPr/>
          <p:nvPr/>
        </p:nvSpPr>
        <p:spPr>
          <a:xfrm>
            <a:off x="1117600" y="1661234"/>
            <a:ext cx="1016000" cy="284233"/>
          </a:xfrm>
          <a:custGeom>
            <a:avLst/>
            <a:gdLst/>
            <a:ahLst/>
            <a:cxnLst/>
            <a:rect l="0" t="0" r="r" b="b"/>
            <a:pathLst>
              <a:path w="1016000" h="284233" fill="none">
                <a:moveTo>
                  <a:pt x="0" y="142165"/>
                </a:moveTo>
                <a:lnTo>
                  <a:pt x="20320" y="167630"/>
                </a:lnTo>
                <a:lnTo>
                  <a:pt x="40640" y="192272"/>
                </a:lnTo>
                <a:lnTo>
                  <a:pt x="60960" y="215296"/>
                </a:lnTo>
                <a:lnTo>
                  <a:pt x="81280" y="235956"/>
                </a:lnTo>
                <a:lnTo>
                  <a:pt x="101600" y="253585"/>
                </a:lnTo>
                <a:lnTo>
                  <a:pt x="121920" y="267615"/>
                </a:lnTo>
                <a:lnTo>
                  <a:pt x="142240" y="277590"/>
                </a:lnTo>
                <a:lnTo>
                  <a:pt x="162560" y="283190"/>
                </a:lnTo>
                <a:lnTo>
                  <a:pt x="182880" y="284233"/>
                </a:lnTo>
                <a:lnTo>
                  <a:pt x="203200" y="280685"/>
                </a:lnTo>
                <a:lnTo>
                  <a:pt x="223520" y="272661"/>
                </a:lnTo>
                <a:lnTo>
                  <a:pt x="243840" y="260421"/>
                </a:lnTo>
                <a:lnTo>
                  <a:pt x="264160" y="244359"/>
                </a:lnTo>
                <a:lnTo>
                  <a:pt x="284480" y="224996"/>
                </a:lnTo>
                <a:lnTo>
                  <a:pt x="304800" y="202955"/>
                </a:lnTo>
                <a:lnTo>
                  <a:pt x="325120" y="178951"/>
                </a:lnTo>
                <a:lnTo>
                  <a:pt x="345440" y="153758"/>
                </a:lnTo>
                <a:lnTo>
                  <a:pt x="365760" y="128190"/>
                </a:lnTo>
                <a:lnTo>
                  <a:pt x="386080" y="103074"/>
                </a:lnTo>
                <a:lnTo>
                  <a:pt x="406400" y="79221"/>
                </a:lnTo>
                <a:lnTo>
                  <a:pt x="426720" y="57402"/>
                </a:lnTo>
                <a:lnTo>
                  <a:pt x="447040" y="38321"/>
                </a:lnTo>
                <a:lnTo>
                  <a:pt x="467360" y="22597"/>
                </a:lnTo>
                <a:lnTo>
                  <a:pt x="487680" y="10735"/>
                </a:lnTo>
                <a:lnTo>
                  <a:pt x="508000" y="3121"/>
                </a:lnTo>
                <a:lnTo>
                  <a:pt x="528320" y="0"/>
                </a:lnTo>
                <a:lnTo>
                  <a:pt x="548640" y="1472"/>
                </a:lnTo>
                <a:lnTo>
                  <a:pt x="568960" y="7490"/>
                </a:lnTo>
                <a:lnTo>
                  <a:pt x="589280" y="17860"/>
                </a:lnTo>
                <a:lnTo>
                  <a:pt x="609600" y="32247"/>
                </a:lnTo>
                <a:lnTo>
                  <a:pt x="629920" y="50185"/>
                </a:lnTo>
                <a:lnTo>
                  <a:pt x="650240" y="71096"/>
                </a:lnTo>
                <a:lnTo>
                  <a:pt x="670560" y="94303"/>
                </a:lnTo>
                <a:lnTo>
                  <a:pt x="690880" y="119056"/>
                </a:lnTo>
                <a:lnTo>
                  <a:pt x="711200" y="144557"/>
                </a:lnTo>
                <a:lnTo>
                  <a:pt x="731520" y="169979"/>
                </a:lnTo>
                <a:lnTo>
                  <a:pt x="751840" y="194504"/>
                </a:lnTo>
                <a:lnTo>
                  <a:pt x="772160" y="217337"/>
                </a:lnTo>
                <a:lnTo>
                  <a:pt x="792480" y="237741"/>
                </a:lnTo>
                <a:lnTo>
                  <a:pt x="812800" y="255056"/>
                </a:lnTo>
                <a:lnTo>
                  <a:pt x="833120" y="268724"/>
                </a:lnTo>
                <a:lnTo>
                  <a:pt x="853440" y="278302"/>
                </a:lnTo>
                <a:lnTo>
                  <a:pt x="873760" y="283482"/>
                </a:lnTo>
                <a:lnTo>
                  <a:pt x="894080" y="284095"/>
                </a:lnTo>
                <a:lnTo>
                  <a:pt x="914400" y="280122"/>
                </a:lnTo>
                <a:lnTo>
                  <a:pt x="934720" y="271691"/>
                </a:lnTo>
                <a:lnTo>
                  <a:pt x="955040" y="259075"/>
                </a:lnTo>
                <a:lnTo>
                  <a:pt x="975360" y="242681"/>
                </a:lnTo>
                <a:lnTo>
                  <a:pt x="995680" y="223040"/>
                </a:lnTo>
                <a:lnTo>
                  <a:pt x="1016000" y="200785"/>
                </a:lnTo>
              </a:path>
            </a:pathLst>
          </a:custGeom>
          <a:noFill/>
          <a:ln w="55880" cap="rnd">
            <a:solidFill>
              <a:srgbClr val="8056A8"/>
            </a:solidFill>
          </a:ln>
        </p:spPr>
      </p:sp>
      <p:sp>
        <p:nvSpPr>
          <p:cNvPr id="12" name="Editable vector 12"/>
          <p:cNvSpPr/>
          <p:nvPr/>
        </p:nvSpPr>
        <p:spPr>
          <a:xfrm>
            <a:off x="1117600" y="1651000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3" name="Editable vector 13"/>
          <p:cNvSpPr/>
          <p:nvPr/>
        </p:nvSpPr>
        <p:spPr>
          <a:xfrm>
            <a:off x="1219200" y="1762420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4" name="Editable vector 14"/>
          <p:cNvSpPr/>
          <p:nvPr/>
        </p:nvSpPr>
        <p:spPr>
          <a:xfrm>
            <a:off x="1320800" y="1789520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5" name="Editable vector 15"/>
          <p:cNvSpPr/>
          <p:nvPr/>
        </p:nvSpPr>
        <p:spPr>
          <a:xfrm>
            <a:off x="1422400" y="1711790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6" name="Editable vector 16"/>
          <p:cNvSpPr/>
          <p:nvPr/>
        </p:nvSpPr>
        <p:spPr>
          <a:xfrm>
            <a:off x="1524000" y="1588055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7" name="Editable vector 17"/>
          <p:cNvSpPr/>
          <p:nvPr/>
        </p:nvSpPr>
        <p:spPr>
          <a:xfrm>
            <a:off x="1625600" y="1511956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8" name="Editable vector 18"/>
          <p:cNvSpPr/>
          <p:nvPr/>
        </p:nvSpPr>
        <p:spPr>
          <a:xfrm>
            <a:off x="1727200" y="1541081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9" name="Editable vector 19"/>
          <p:cNvSpPr/>
          <p:nvPr/>
        </p:nvSpPr>
        <p:spPr>
          <a:xfrm>
            <a:off x="1828800" y="1653391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20" name="Editable vector 20"/>
          <p:cNvSpPr/>
          <p:nvPr/>
        </p:nvSpPr>
        <p:spPr>
          <a:xfrm>
            <a:off x="1930400" y="1763891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21" name="Editable vector 21"/>
          <p:cNvSpPr/>
          <p:nvPr/>
        </p:nvSpPr>
        <p:spPr>
          <a:xfrm>
            <a:off x="2032000" y="1788957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22" name="Editable vector 22"/>
          <p:cNvSpPr/>
          <p:nvPr/>
        </p:nvSpPr>
        <p:spPr>
          <a:xfrm>
            <a:off x="2133600" y="1709619"/>
            <a:ext cx="5080" cy="152400"/>
          </a:xfrm>
          <a:custGeom>
            <a:avLst/>
            <a:gdLst/>
            <a:ahLst/>
            <a:cxnLst/>
            <a:rect l="0" t="0" r="r" b="b"/>
            <a:pathLst>
              <a:path w="5080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23" name="Aβ42"/>
          <p:cNvSpPr txBox="1"/>
          <p:nvPr/>
        </p:nvSpPr>
        <p:spPr>
          <a:xfrm>
            <a:off x="355600" y="198120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8056A8"/>
                </a:solidFill>
                <a:latin typeface="Arial"/>
              </a:rPr>
              <a:t>Aβ42</a:t>
            </a:r>
          </a:p>
        </p:txBody>
      </p:sp>
      <p:sp>
        <p:nvSpPr>
          <p:cNvPr id="24" name="Editable vector 24"/>
          <p:cNvSpPr/>
          <p:nvPr/>
        </p:nvSpPr>
        <p:spPr>
          <a:xfrm>
            <a:off x="838200" y="2946400"/>
            <a:ext cx="1574800" cy="5080"/>
          </a:xfrm>
          <a:custGeom>
            <a:avLst/>
            <a:gdLst/>
            <a:ahLst/>
            <a:cxnLst/>
            <a:rect l="0" t="0" r="r" b="b"/>
            <a:pathLst>
              <a:path w="1574800" h="5080" fill="none">
                <a:moveTo>
                  <a:pt x="0" y="0"/>
                </a:moveTo>
                <a:lnTo>
                  <a:pt x="1574800" y="0"/>
                </a:lnTo>
              </a:path>
            </a:pathLst>
          </a:custGeom>
          <a:noFill/>
          <a:ln w="35560" cap="rnd">
            <a:solidFill>
              <a:srgbClr val="E3EAF1"/>
            </a:solidFill>
          </a:ln>
        </p:spPr>
      </p:sp>
      <p:sp>
        <p:nvSpPr>
          <p:cNvPr id="25" name="Editable vector 25"/>
          <p:cNvSpPr/>
          <p:nvPr/>
        </p:nvSpPr>
        <p:spPr>
          <a:xfrm>
            <a:off x="838200" y="3017520"/>
            <a:ext cx="1574800" cy="5080"/>
          </a:xfrm>
          <a:custGeom>
            <a:avLst/>
            <a:gdLst/>
            <a:ahLst/>
            <a:cxnLst/>
            <a:rect l="0" t="0" r="r" b="b"/>
            <a:pathLst>
              <a:path w="1574800" h="5080" fill="none">
                <a:moveTo>
                  <a:pt x="0" y="0"/>
                </a:moveTo>
                <a:lnTo>
                  <a:pt x="1574800" y="0"/>
                </a:lnTo>
              </a:path>
            </a:pathLst>
          </a:custGeom>
          <a:noFill/>
          <a:ln w="35560" cap="rnd">
            <a:solidFill>
              <a:srgbClr val="E3EAF1"/>
            </a:solidFill>
          </a:ln>
        </p:spPr>
      </p:sp>
      <p:sp>
        <p:nvSpPr>
          <p:cNvPr id="26" name="Editable shape 26"/>
          <p:cNvSpPr/>
          <p:nvPr/>
        </p:nvSpPr>
        <p:spPr>
          <a:xfrm>
            <a:off x="8636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27" name="Editable shape 27"/>
          <p:cNvSpPr/>
          <p:nvPr/>
        </p:nvSpPr>
        <p:spPr>
          <a:xfrm>
            <a:off x="8636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28" name="Editable shape 28"/>
          <p:cNvSpPr/>
          <p:nvPr/>
        </p:nvSpPr>
        <p:spPr>
          <a:xfrm>
            <a:off x="9652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29" name="Editable shape 29"/>
          <p:cNvSpPr/>
          <p:nvPr/>
        </p:nvSpPr>
        <p:spPr>
          <a:xfrm>
            <a:off x="9652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0" name="Editable shape 30"/>
          <p:cNvSpPr/>
          <p:nvPr/>
        </p:nvSpPr>
        <p:spPr>
          <a:xfrm>
            <a:off x="10668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1" name="Editable shape 31"/>
          <p:cNvSpPr/>
          <p:nvPr/>
        </p:nvSpPr>
        <p:spPr>
          <a:xfrm>
            <a:off x="10668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2" name="Editable shape 32"/>
          <p:cNvSpPr/>
          <p:nvPr/>
        </p:nvSpPr>
        <p:spPr>
          <a:xfrm>
            <a:off x="11684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3" name="Editable shape 33"/>
          <p:cNvSpPr/>
          <p:nvPr/>
        </p:nvSpPr>
        <p:spPr>
          <a:xfrm>
            <a:off x="11684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4" name="Editable shape 34"/>
          <p:cNvSpPr/>
          <p:nvPr/>
        </p:nvSpPr>
        <p:spPr>
          <a:xfrm>
            <a:off x="12700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5" name="Editable shape 35"/>
          <p:cNvSpPr/>
          <p:nvPr/>
        </p:nvSpPr>
        <p:spPr>
          <a:xfrm>
            <a:off x="12700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6" name="Editable shape 36"/>
          <p:cNvSpPr/>
          <p:nvPr/>
        </p:nvSpPr>
        <p:spPr>
          <a:xfrm>
            <a:off x="13716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7" name="Editable shape 37"/>
          <p:cNvSpPr/>
          <p:nvPr/>
        </p:nvSpPr>
        <p:spPr>
          <a:xfrm>
            <a:off x="13716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8" name="Editable shape 38"/>
          <p:cNvSpPr/>
          <p:nvPr/>
        </p:nvSpPr>
        <p:spPr>
          <a:xfrm>
            <a:off x="14732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39" name="Editable shape 39"/>
          <p:cNvSpPr/>
          <p:nvPr/>
        </p:nvSpPr>
        <p:spPr>
          <a:xfrm>
            <a:off x="14732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0" name="Editable shape 40"/>
          <p:cNvSpPr/>
          <p:nvPr/>
        </p:nvSpPr>
        <p:spPr>
          <a:xfrm>
            <a:off x="15748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1" name="Editable shape 41"/>
          <p:cNvSpPr/>
          <p:nvPr/>
        </p:nvSpPr>
        <p:spPr>
          <a:xfrm>
            <a:off x="15748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2" name="Editable shape 42"/>
          <p:cNvSpPr/>
          <p:nvPr/>
        </p:nvSpPr>
        <p:spPr>
          <a:xfrm>
            <a:off x="16764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3" name="Editable shape 43"/>
          <p:cNvSpPr/>
          <p:nvPr/>
        </p:nvSpPr>
        <p:spPr>
          <a:xfrm>
            <a:off x="16764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4" name="Editable shape 44"/>
          <p:cNvSpPr/>
          <p:nvPr/>
        </p:nvSpPr>
        <p:spPr>
          <a:xfrm>
            <a:off x="17780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5" name="Editable shape 45"/>
          <p:cNvSpPr/>
          <p:nvPr/>
        </p:nvSpPr>
        <p:spPr>
          <a:xfrm>
            <a:off x="17780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6" name="Editable shape 46"/>
          <p:cNvSpPr/>
          <p:nvPr/>
        </p:nvSpPr>
        <p:spPr>
          <a:xfrm>
            <a:off x="18796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7" name="Editable shape 47"/>
          <p:cNvSpPr/>
          <p:nvPr/>
        </p:nvSpPr>
        <p:spPr>
          <a:xfrm>
            <a:off x="18796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8" name="Editable shape 48"/>
          <p:cNvSpPr/>
          <p:nvPr/>
        </p:nvSpPr>
        <p:spPr>
          <a:xfrm>
            <a:off x="19812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49" name="Editable shape 49"/>
          <p:cNvSpPr/>
          <p:nvPr/>
        </p:nvSpPr>
        <p:spPr>
          <a:xfrm>
            <a:off x="19812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0" name="Editable shape 50"/>
          <p:cNvSpPr/>
          <p:nvPr/>
        </p:nvSpPr>
        <p:spPr>
          <a:xfrm>
            <a:off x="20828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1" name="Editable shape 51"/>
          <p:cNvSpPr/>
          <p:nvPr/>
        </p:nvSpPr>
        <p:spPr>
          <a:xfrm>
            <a:off x="20828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2" name="Editable shape 52"/>
          <p:cNvSpPr/>
          <p:nvPr/>
        </p:nvSpPr>
        <p:spPr>
          <a:xfrm>
            <a:off x="21844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3" name="Editable shape 53"/>
          <p:cNvSpPr/>
          <p:nvPr/>
        </p:nvSpPr>
        <p:spPr>
          <a:xfrm>
            <a:off x="21844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4" name="Editable shape 54"/>
          <p:cNvSpPr/>
          <p:nvPr/>
        </p:nvSpPr>
        <p:spPr>
          <a:xfrm>
            <a:off x="22860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5" name="Editable shape 55"/>
          <p:cNvSpPr/>
          <p:nvPr/>
        </p:nvSpPr>
        <p:spPr>
          <a:xfrm>
            <a:off x="22860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6" name="Editable shape 56"/>
          <p:cNvSpPr/>
          <p:nvPr/>
        </p:nvSpPr>
        <p:spPr>
          <a:xfrm>
            <a:off x="2387600" y="292608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7" name="Editable shape 57"/>
          <p:cNvSpPr/>
          <p:nvPr/>
        </p:nvSpPr>
        <p:spPr>
          <a:xfrm>
            <a:off x="2387600" y="2997200"/>
            <a:ext cx="45720" cy="45720"/>
          </a:xfrm>
          <a:prstGeom prst="ellipse">
            <a:avLst/>
          </a:prstGeom>
          <a:solidFill>
            <a:srgbClr val="A7B7C4"/>
          </a:solidFill>
          <a:ln>
            <a:noFill/>
          </a:ln>
        </p:spPr>
      </p:sp>
      <p:sp>
        <p:nvSpPr>
          <p:cNvPr id="58" name="Editable vector 58"/>
          <p:cNvSpPr/>
          <p:nvPr/>
        </p:nvSpPr>
        <p:spPr>
          <a:xfrm>
            <a:off x="1412240" y="2585720"/>
            <a:ext cx="50800" cy="370840"/>
          </a:xfrm>
          <a:custGeom>
            <a:avLst/>
            <a:gdLst/>
            <a:ahLst/>
            <a:cxnLst/>
            <a:rect l="0" t="0" r="r" b="b"/>
            <a:pathLst>
              <a:path w="50800" h="370840" fill="none">
                <a:moveTo>
                  <a:pt x="50800" y="370840"/>
                </a:moveTo>
                <a:lnTo>
                  <a:pt x="50800" y="132080"/>
                </a:lnTo>
                <a:lnTo>
                  <a:pt x="0" y="0"/>
                </a:lnTo>
              </a:path>
            </a:pathLst>
          </a:custGeom>
          <a:noFill/>
          <a:ln w="35560" cap="rnd">
            <a:solidFill>
              <a:srgbClr val="0072B2"/>
            </a:solidFill>
          </a:ln>
        </p:spPr>
      </p:sp>
      <p:sp>
        <p:nvSpPr>
          <p:cNvPr id="59" name="Editable shape 59"/>
          <p:cNvSpPr/>
          <p:nvPr/>
        </p:nvSpPr>
        <p:spPr>
          <a:xfrm>
            <a:off x="1305560" y="2301240"/>
            <a:ext cx="325120" cy="330200"/>
          </a:xfrm>
          <a:prstGeom prst="ellipse">
            <a:avLst/>
          </a:prstGeom>
          <a:solidFill>
            <a:srgbClr val="DCECF7"/>
          </a:solidFill>
          <a:ln w="12700">
            <a:solidFill>
              <a:srgbClr val="0072B2"/>
            </a:solidFill>
          </a:ln>
        </p:spPr>
      </p:sp>
      <p:sp>
        <p:nvSpPr>
          <p:cNvPr id="60" name="Editable shape 60"/>
          <p:cNvSpPr/>
          <p:nvPr/>
        </p:nvSpPr>
        <p:spPr>
          <a:xfrm>
            <a:off x="1361440" y="2595880"/>
            <a:ext cx="203200" cy="152400"/>
          </a:xfrm>
          <a:prstGeom prst="ellipse">
            <a:avLst/>
          </a:prstGeom>
          <a:solidFill>
            <a:srgbClr val="DCECF7"/>
          </a:solidFill>
          <a:ln w="12700">
            <a:solidFill>
              <a:srgbClr val="0072B2"/>
            </a:solidFill>
          </a:ln>
        </p:spPr>
      </p:sp>
      <p:sp>
        <p:nvSpPr>
          <p:cNvPr id="61" name="Editable vector 61"/>
          <p:cNvSpPr/>
          <p:nvPr/>
        </p:nvSpPr>
        <p:spPr>
          <a:xfrm>
            <a:off x="1722120" y="2585720"/>
            <a:ext cx="50800" cy="370840"/>
          </a:xfrm>
          <a:custGeom>
            <a:avLst/>
            <a:gdLst/>
            <a:ahLst/>
            <a:cxnLst/>
            <a:rect l="0" t="0" r="r" b="b"/>
            <a:pathLst>
              <a:path w="50800" h="370840" fill="none">
                <a:moveTo>
                  <a:pt x="50800" y="370840"/>
                </a:moveTo>
                <a:lnTo>
                  <a:pt x="50800" y="132080"/>
                </a:lnTo>
                <a:lnTo>
                  <a:pt x="0" y="0"/>
                </a:lnTo>
              </a:path>
            </a:pathLst>
          </a:custGeom>
          <a:noFill/>
          <a:ln w="35560" cap="rnd">
            <a:solidFill>
              <a:srgbClr val="0072B2"/>
            </a:solidFill>
          </a:ln>
        </p:spPr>
      </p:sp>
      <p:sp>
        <p:nvSpPr>
          <p:cNvPr id="62" name="Editable shape 62"/>
          <p:cNvSpPr/>
          <p:nvPr/>
        </p:nvSpPr>
        <p:spPr>
          <a:xfrm>
            <a:off x="1615440" y="2301240"/>
            <a:ext cx="325120" cy="330200"/>
          </a:xfrm>
          <a:prstGeom prst="ellipse">
            <a:avLst/>
          </a:prstGeom>
          <a:solidFill>
            <a:srgbClr val="DCECF7"/>
          </a:solidFill>
          <a:ln w="12700">
            <a:solidFill>
              <a:srgbClr val="0072B2"/>
            </a:solidFill>
          </a:ln>
        </p:spPr>
      </p:sp>
      <p:sp>
        <p:nvSpPr>
          <p:cNvPr id="63" name="Editable shape 63"/>
          <p:cNvSpPr/>
          <p:nvPr/>
        </p:nvSpPr>
        <p:spPr>
          <a:xfrm>
            <a:off x="1671320" y="2595880"/>
            <a:ext cx="203200" cy="152400"/>
          </a:xfrm>
          <a:prstGeom prst="ellipse">
            <a:avLst/>
          </a:prstGeom>
          <a:solidFill>
            <a:srgbClr val="DCECF7"/>
          </a:solidFill>
          <a:ln w="12700">
            <a:solidFill>
              <a:srgbClr val="0072B2"/>
            </a:solidFill>
          </a:ln>
        </p:spPr>
      </p:sp>
      <p:sp>
        <p:nvSpPr>
          <p:cNvPr id="64" name="TfR1"/>
          <p:cNvSpPr txBox="1"/>
          <p:nvPr/>
        </p:nvSpPr>
        <p:spPr>
          <a:xfrm>
            <a:off x="355600" y="310388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TfR1</a:t>
            </a:r>
          </a:p>
        </p:txBody>
      </p:sp>
      <p:sp>
        <p:nvSpPr>
          <p:cNvPr id="65" name="Editable vector 65"/>
          <p:cNvSpPr/>
          <p:nvPr/>
        </p:nvSpPr>
        <p:spPr>
          <a:xfrm>
            <a:off x="3927703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0"/>
                </a:moveTo>
                <a:lnTo>
                  <a:pt x="58822" y="10363"/>
                </a:lnTo>
                <a:lnTo>
                  <a:pt x="73263" y="20726"/>
                </a:lnTo>
                <a:lnTo>
                  <a:pt x="81238" y="31089"/>
                </a:lnTo>
                <a:lnTo>
                  <a:pt x="81160" y="41452"/>
                </a:lnTo>
                <a:lnTo>
                  <a:pt x="73045" y="51815"/>
                </a:lnTo>
                <a:lnTo>
                  <a:pt x="58508" y="62179"/>
                </a:lnTo>
                <a:lnTo>
                  <a:pt x="40443" y="72542"/>
                </a:lnTo>
                <a:lnTo>
                  <a:pt x="22448" y="82905"/>
                </a:lnTo>
                <a:lnTo>
                  <a:pt x="8105" y="93268"/>
                </a:lnTo>
                <a:lnTo>
                  <a:pt x="270" y="103631"/>
                </a:lnTo>
                <a:lnTo>
                  <a:pt x="504" y="113995"/>
                </a:lnTo>
                <a:lnTo>
                  <a:pt x="8758" y="124358"/>
                </a:lnTo>
                <a:lnTo>
                  <a:pt x="23391" y="134721"/>
                </a:lnTo>
                <a:lnTo>
                  <a:pt x="41489" y="145084"/>
                </a:lnTo>
                <a:lnTo>
                  <a:pt x="59447" y="155448"/>
                </a:lnTo>
                <a:lnTo>
                  <a:pt x="73692" y="165811"/>
                </a:lnTo>
                <a:lnTo>
                  <a:pt x="81385" y="176174"/>
                </a:lnTo>
                <a:lnTo>
                  <a:pt x="80996" y="186537"/>
                </a:lnTo>
                <a:lnTo>
                  <a:pt x="72603" y="196900"/>
                </a:lnTo>
                <a:lnTo>
                  <a:pt x="57875" y="207264"/>
                </a:lnTo>
                <a:lnTo>
                  <a:pt x="39746" y="217627"/>
                </a:lnTo>
                <a:lnTo>
                  <a:pt x="21826" y="227990"/>
                </a:lnTo>
                <a:lnTo>
                  <a:pt x="7681" y="238353"/>
                </a:lnTo>
                <a:lnTo>
                  <a:pt x="129" y="248716"/>
                </a:lnTo>
                <a:lnTo>
                  <a:pt x="673" y="259080"/>
                </a:lnTo>
                <a:lnTo>
                  <a:pt x="9205" y="269443"/>
                </a:lnTo>
                <a:lnTo>
                  <a:pt x="24026" y="279806"/>
                </a:lnTo>
                <a:lnTo>
                  <a:pt x="42186" y="290169"/>
                </a:lnTo>
                <a:lnTo>
                  <a:pt x="60067" y="300532"/>
                </a:lnTo>
                <a:lnTo>
                  <a:pt x="74111" y="310895"/>
                </a:lnTo>
                <a:lnTo>
                  <a:pt x="81521" y="321259"/>
                </a:lnTo>
                <a:lnTo>
                  <a:pt x="80821" y="331622"/>
                </a:lnTo>
                <a:lnTo>
                  <a:pt x="72151" y="341985"/>
                </a:lnTo>
                <a:lnTo>
                  <a:pt x="57238" y="352348"/>
                </a:lnTo>
                <a:lnTo>
                  <a:pt x="39050" y="362711"/>
                </a:lnTo>
                <a:lnTo>
                  <a:pt x="21209" y="373075"/>
                </a:lnTo>
                <a:lnTo>
                  <a:pt x="7266" y="383438"/>
                </a:lnTo>
                <a:lnTo>
                  <a:pt x="0" y="393801"/>
                </a:lnTo>
                <a:lnTo>
                  <a:pt x="854" y="404164"/>
                </a:lnTo>
                <a:lnTo>
                  <a:pt x="9661" y="414528"/>
                </a:lnTo>
                <a:lnTo>
                  <a:pt x="24666" y="424891"/>
                </a:lnTo>
                <a:lnTo>
                  <a:pt x="42882" y="435254"/>
                </a:lnTo>
                <a:lnTo>
                  <a:pt x="60681" y="445617"/>
                </a:lnTo>
                <a:lnTo>
                  <a:pt x="74521" y="455980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66" name="Editable vector 66"/>
          <p:cNvSpPr/>
          <p:nvPr/>
        </p:nvSpPr>
        <p:spPr>
          <a:xfrm>
            <a:off x="4048607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455980"/>
                </a:moveTo>
                <a:lnTo>
                  <a:pt x="58822" y="445617"/>
                </a:lnTo>
                <a:lnTo>
                  <a:pt x="73263" y="435254"/>
                </a:lnTo>
                <a:lnTo>
                  <a:pt x="81238" y="424891"/>
                </a:lnTo>
                <a:lnTo>
                  <a:pt x="81160" y="414528"/>
                </a:lnTo>
                <a:lnTo>
                  <a:pt x="73045" y="404164"/>
                </a:lnTo>
                <a:lnTo>
                  <a:pt x="58508" y="393801"/>
                </a:lnTo>
                <a:lnTo>
                  <a:pt x="40443" y="383438"/>
                </a:lnTo>
                <a:lnTo>
                  <a:pt x="22448" y="373075"/>
                </a:lnTo>
                <a:lnTo>
                  <a:pt x="8105" y="362711"/>
                </a:lnTo>
                <a:lnTo>
                  <a:pt x="270" y="352348"/>
                </a:lnTo>
                <a:lnTo>
                  <a:pt x="504" y="341985"/>
                </a:lnTo>
                <a:lnTo>
                  <a:pt x="8758" y="331622"/>
                </a:lnTo>
                <a:lnTo>
                  <a:pt x="23391" y="321259"/>
                </a:lnTo>
                <a:lnTo>
                  <a:pt x="41489" y="310895"/>
                </a:lnTo>
                <a:lnTo>
                  <a:pt x="59447" y="300532"/>
                </a:lnTo>
                <a:lnTo>
                  <a:pt x="73692" y="290169"/>
                </a:lnTo>
                <a:lnTo>
                  <a:pt x="81385" y="279806"/>
                </a:lnTo>
                <a:lnTo>
                  <a:pt x="80996" y="269443"/>
                </a:lnTo>
                <a:lnTo>
                  <a:pt x="72603" y="259080"/>
                </a:lnTo>
                <a:lnTo>
                  <a:pt x="57875" y="248716"/>
                </a:lnTo>
                <a:lnTo>
                  <a:pt x="39746" y="238353"/>
                </a:lnTo>
                <a:lnTo>
                  <a:pt x="21826" y="227990"/>
                </a:lnTo>
                <a:lnTo>
                  <a:pt x="7681" y="217627"/>
                </a:lnTo>
                <a:lnTo>
                  <a:pt x="129" y="207264"/>
                </a:lnTo>
                <a:lnTo>
                  <a:pt x="673" y="196900"/>
                </a:lnTo>
                <a:lnTo>
                  <a:pt x="9205" y="186537"/>
                </a:lnTo>
                <a:lnTo>
                  <a:pt x="24026" y="176174"/>
                </a:lnTo>
                <a:lnTo>
                  <a:pt x="42186" y="165811"/>
                </a:lnTo>
                <a:lnTo>
                  <a:pt x="60067" y="155448"/>
                </a:lnTo>
                <a:lnTo>
                  <a:pt x="74111" y="145084"/>
                </a:lnTo>
                <a:lnTo>
                  <a:pt x="81521" y="134721"/>
                </a:lnTo>
                <a:lnTo>
                  <a:pt x="80821" y="124358"/>
                </a:lnTo>
                <a:lnTo>
                  <a:pt x="72151" y="113995"/>
                </a:lnTo>
                <a:lnTo>
                  <a:pt x="57238" y="103631"/>
                </a:lnTo>
                <a:lnTo>
                  <a:pt x="39050" y="93268"/>
                </a:lnTo>
                <a:lnTo>
                  <a:pt x="21209" y="82905"/>
                </a:lnTo>
                <a:lnTo>
                  <a:pt x="7266" y="72542"/>
                </a:lnTo>
                <a:lnTo>
                  <a:pt x="0" y="62179"/>
                </a:lnTo>
                <a:lnTo>
                  <a:pt x="854" y="51815"/>
                </a:lnTo>
                <a:lnTo>
                  <a:pt x="9661" y="41452"/>
                </a:lnTo>
                <a:lnTo>
                  <a:pt x="24666" y="31089"/>
                </a:lnTo>
                <a:lnTo>
                  <a:pt x="42882" y="20726"/>
                </a:lnTo>
                <a:lnTo>
                  <a:pt x="60681" y="10363"/>
                </a:lnTo>
                <a:lnTo>
                  <a:pt x="74521" y="0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67" name="Editable vector 67"/>
          <p:cNvSpPr/>
          <p:nvPr/>
        </p:nvSpPr>
        <p:spPr>
          <a:xfrm>
            <a:off x="4169511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0"/>
                </a:moveTo>
                <a:lnTo>
                  <a:pt x="58822" y="10363"/>
                </a:lnTo>
                <a:lnTo>
                  <a:pt x="73263" y="20726"/>
                </a:lnTo>
                <a:lnTo>
                  <a:pt x="81238" y="31089"/>
                </a:lnTo>
                <a:lnTo>
                  <a:pt x="81160" y="41452"/>
                </a:lnTo>
                <a:lnTo>
                  <a:pt x="73045" y="51815"/>
                </a:lnTo>
                <a:lnTo>
                  <a:pt x="58508" y="62179"/>
                </a:lnTo>
                <a:lnTo>
                  <a:pt x="40443" y="72542"/>
                </a:lnTo>
                <a:lnTo>
                  <a:pt x="22448" y="82905"/>
                </a:lnTo>
                <a:lnTo>
                  <a:pt x="8105" y="93268"/>
                </a:lnTo>
                <a:lnTo>
                  <a:pt x="270" y="103631"/>
                </a:lnTo>
                <a:lnTo>
                  <a:pt x="504" y="113995"/>
                </a:lnTo>
                <a:lnTo>
                  <a:pt x="8758" y="124358"/>
                </a:lnTo>
                <a:lnTo>
                  <a:pt x="23391" y="134721"/>
                </a:lnTo>
                <a:lnTo>
                  <a:pt x="41489" y="145084"/>
                </a:lnTo>
                <a:lnTo>
                  <a:pt x="59447" y="155448"/>
                </a:lnTo>
                <a:lnTo>
                  <a:pt x="73692" y="165811"/>
                </a:lnTo>
                <a:lnTo>
                  <a:pt x="81385" y="176174"/>
                </a:lnTo>
                <a:lnTo>
                  <a:pt x="80996" y="186537"/>
                </a:lnTo>
                <a:lnTo>
                  <a:pt x="72603" y="196900"/>
                </a:lnTo>
                <a:lnTo>
                  <a:pt x="57875" y="207264"/>
                </a:lnTo>
                <a:lnTo>
                  <a:pt x="39746" y="217627"/>
                </a:lnTo>
                <a:lnTo>
                  <a:pt x="21826" y="227990"/>
                </a:lnTo>
                <a:lnTo>
                  <a:pt x="7681" y="238353"/>
                </a:lnTo>
                <a:lnTo>
                  <a:pt x="129" y="248716"/>
                </a:lnTo>
                <a:lnTo>
                  <a:pt x="673" y="259080"/>
                </a:lnTo>
                <a:lnTo>
                  <a:pt x="9205" y="269443"/>
                </a:lnTo>
                <a:lnTo>
                  <a:pt x="24026" y="279806"/>
                </a:lnTo>
                <a:lnTo>
                  <a:pt x="42186" y="290169"/>
                </a:lnTo>
                <a:lnTo>
                  <a:pt x="60067" y="300532"/>
                </a:lnTo>
                <a:lnTo>
                  <a:pt x="74111" y="310895"/>
                </a:lnTo>
                <a:lnTo>
                  <a:pt x="81521" y="321259"/>
                </a:lnTo>
                <a:lnTo>
                  <a:pt x="80821" y="331622"/>
                </a:lnTo>
                <a:lnTo>
                  <a:pt x="72151" y="341985"/>
                </a:lnTo>
                <a:lnTo>
                  <a:pt x="57238" y="352348"/>
                </a:lnTo>
                <a:lnTo>
                  <a:pt x="39050" y="362711"/>
                </a:lnTo>
                <a:lnTo>
                  <a:pt x="21209" y="373075"/>
                </a:lnTo>
                <a:lnTo>
                  <a:pt x="7266" y="383438"/>
                </a:lnTo>
                <a:lnTo>
                  <a:pt x="0" y="393801"/>
                </a:lnTo>
                <a:lnTo>
                  <a:pt x="854" y="404164"/>
                </a:lnTo>
                <a:lnTo>
                  <a:pt x="9661" y="414528"/>
                </a:lnTo>
                <a:lnTo>
                  <a:pt x="24666" y="424891"/>
                </a:lnTo>
                <a:lnTo>
                  <a:pt x="42882" y="435254"/>
                </a:lnTo>
                <a:lnTo>
                  <a:pt x="60681" y="445617"/>
                </a:lnTo>
                <a:lnTo>
                  <a:pt x="74521" y="455980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68" name="Editable vector 68"/>
          <p:cNvSpPr/>
          <p:nvPr/>
        </p:nvSpPr>
        <p:spPr>
          <a:xfrm>
            <a:off x="3968496" y="2005990"/>
            <a:ext cx="120903" cy="58724"/>
          </a:xfrm>
          <a:custGeom>
            <a:avLst/>
            <a:gdLst/>
            <a:ahLst/>
            <a:cxnLst/>
            <a:rect l="0" t="0" r="r" b="b"/>
            <a:pathLst>
              <a:path w="120903" h="58724" fill="none">
                <a:moveTo>
                  <a:pt x="0" y="0"/>
                </a:moveTo>
                <a:lnTo>
                  <a:pt x="65633" y="58724"/>
                </a:lnTo>
                <a:lnTo>
                  <a:pt x="120903" y="0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69" name="Editable vector 69"/>
          <p:cNvSpPr/>
          <p:nvPr/>
        </p:nvSpPr>
        <p:spPr>
          <a:xfrm>
            <a:off x="4089400" y="1498193"/>
            <a:ext cx="120903" cy="51815"/>
          </a:xfrm>
          <a:custGeom>
            <a:avLst/>
            <a:gdLst/>
            <a:ahLst/>
            <a:cxnLst/>
            <a:rect l="0" t="0" r="r" b="b"/>
            <a:pathLst>
              <a:path w="120903" h="51815" fill="none">
                <a:moveTo>
                  <a:pt x="0" y="51815"/>
                </a:moveTo>
                <a:lnTo>
                  <a:pt x="58724" y="0"/>
                </a:lnTo>
                <a:lnTo>
                  <a:pt x="120903" y="51815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70" name="Editable vector 70"/>
          <p:cNvSpPr/>
          <p:nvPr/>
        </p:nvSpPr>
        <p:spPr>
          <a:xfrm>
            <a:off x="5121503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0"/>
                </a:moveTo>
                <a:lnTo>
                  <a:pt x="58822" y="10363"/>
                </a:lnTo>
                <a:lnTo>
                  <a:pt x="73263" y="20726"/>
                </a:lnTo>
                <a:lnTo>
                  <a:pt x="81238" y="31089"/>
                </a:lnTo>
                <a:lnTo>
                  <a:pt x="81160" y="41452"/>
                </a:lnTo>
                <a:lnTo>
                  <a:pt x="73045" y="51815"/>
                </a:lnTo>
                <a:lnTo>
                  <a:pt x="58508" y="62179"/>
                </a:lnTo>
                <a:lnTo>
                  <a:pt x="40443" y="72542"/>
                </a:lnTo>
                <a:lnTo>
                  <a:pt x="22448" y="82905"/>
                </a:lnTo>
                <a:lnTo>
                  <a:pt x="8105" y="93268"/>
                </a:lnTo>
                <a:lnTo>
                  <a:pt x="270" y="103631"/>
                </a:lnTo>
                <a:lnTo>
                  <a:pt x="504" y="113995"/>
                </a:lnTo>
                <a:lnTo>
                  <a:pt x="8758" y="124358"/>
                </a:lnTo>
                <a:lnTo>
                  <a:pt x="23391" y="134721"/>
                </a:lnTo>
                <a:lnTo>
                  <a:pt x="41489" y="145084"/>
                </a:lnTo>
                <a:lnTo>
                  <a:pt x="59447" y="155448"/>
                </a:lnTo>
                <a:lnTo>
                  <a:pt x="73692" y="165811"/>
                </a:lnTo>
                <a:lnTo>
                  <a:pt x="81385" y="176174"/>
                </a:lnTo>
                <a:lnTo>
                  <a:pt x="80996" y="186537"/>
                </a:lnTo>
                <a:lnTo>
                  <a:pt x="72603" y="196900"/>
                </a:lnTo>
                <a:lnTo>
                  <a:pt x="57875" y="207264"/>
                </a:lnTo>
                <a:lnTo>
                  <a:pt x="39746" y="217627"/>
                </a:lnTo>
                <a:lnTo>
                  <a:pt x="21826" y="227990"/>
                </a:lnTo>
                <a:lnTo>
                  <a:pt x="7681" y="238353"/>
                </a:lnTo>
                <a:lnTo>
                  <a:pt x="129" y="248716"/>
                </a:lnTo>
                <a:lnTo>
                  <a:pt x="673" y="259080"/>
                </a:lnTo>
                <a:lnTo>
                  <a:pt x="9205" y="269443"/>
                </a:lnTo>
                <a:lnTo>
                  <a:pt x="24026" y="279806"/>
                </a:lnTo>
                <a:lnTo>
                  <a:pt x="42186" y="290169"/>
                </a:lnTo>
                <a:lnTo>
                  <a:pt x="60067" y="300532"/>
                </a:lnTo>
                <a:lnTo>
                  <a:pt x="74111" y="310895"/>
                </a:lnTo>
                <a:lnTo>
                  <a:pt x="81521" y="321259"/>
                </a:lnTo>
                <a:lnTo>
                  <a:pt x="80821" y="331622"/>
                </a:lnTo>
                <a:lnTo>
                  <a:pt x="72151" y="341985"/>
                </a:lnTo>
                <a:lnTo>
                  <a:pt x="57238" y="352348"/>
                </a:lnTo>
                <a:lnTo>
                  <a:pt x="39050" y="362711"/>
                </a:lnTo>
                <a:lnTo>
                  <a:pt x="21209" y="373075"/>
                </a:lnTo>
                <a:lnTo>
                  <a:pt x="7266" y="383438"/>
                </a:lnTo>
                <a:lnTo>
                  <a:pt x="0" y="393801"/>
                </a:lnTo>
                <a:lnTo>
                  <a:pt x="854" y="404164"/>
                </a:lnTo>
                <a:lnTo>
                  <a:pt x="9661" y="414528"/>
                </a:lnTo>
                <a:lnTo>
                  <a:pt x="24666" y="424891"/>
                </a:lnTo>
                <a:lnTo>
                  <a:pt x="42882" y="435254"/>
                </a:lnTo>
                <a:lnTo>
                  <a:pt x="60681" y="445617"/>
                </a:lnTo>
                <a:lnTo>
                  <a:pt x="74521" y="45598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71" name="Editable vector 71"/>
          <p:cNvSpPr/>
          <p:nvPr/>
        </p:nvSpPr>
        <p:spPr>
          <a:xfrm>
            <a:off x="5242407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455980"/>
                </a:moveTo>
                <a:lnTo>
                  <a:pt x="58822" y="445617"/>
                </a:lnTo>
                <a:lnTo>
                  <a:pt x="73263" y="435254"/>
                </a:lnTo>
                <a:lnTo>
                  <a:pt x="81238" y="424891"/>
                </a:lnTo>
                <a:lnTo>
                  <a:pt x="81160" y="414528"/>
                </a:lnTo>
                <a:lnTo>
                  <a:pt x="73045" y="404164"/>
                </a:lnTo>
                <a:lnTo>
                  <a:pt x="58508" y="393801"/>
                </a:lnTo>
                <a:lnTo>
                  <a:pt x="40443" y="383438"/>
                </a:lnTo>
                <a:lnTo>
                  <a:pt x="22448" y="373075"/>
                </a:lnTo>
                <a:lnTo>
                  <a:pt x="8105" y="362711"/>
                </a:lnTo>
                <a:lnTo>
                  <a:pt x="270" y="352348"/>
                </a:lnTo>
                <a:lnTo>
                  <a:pt x="504" y="341985"/>
                </a:lnTo>
                <a:lnTo>
                  <a:pt x="8758" y="331622"/>
                </a:lnTo>
                <a:lnTo>
                  <a:pt x="23391" y="321259"/>
                </a:lnTo>
                <a:lnTo>
                  <a:pt x="41489" y="310895"/>
                </a:lnTo>
                <a:lnTo>
                  <a:pt x="59447" y="300532"/>
                </a:lnTo>
                <a:lnTo>
                  <a:pt x="73692" y="290169"/>
                </a:lnTo>
                <a:lnTo>
                  <a:pt x="81385" y="279806"/>
                </a:lnTo>
                <a:lnTo>
                  <a:pt x="80996" y="269443"/>
                </a:lnTo>
                <a:lnTo>
                  <a:pt x="72603" y="259080"/>
                </a:lnTo>
                <a:lnTo>
                  <a:pt x="57875" y="248716"/>
                </a:lnTo>
                <a:lnTo>
                  <a:pt x="39746" y="238353"/>
                </a:lnTo>
                <a:lnTo>
                  <a:pt x="21826" y="227990"/>
                </a:lnTo>
                <a:lnTo>
                  <a:pt x="7681" y="217627"/>
                </a:lnTo>
                <a:lnTo>
                  <a:pt x="129" y="207264"/>
                </a:lnTo>
                <a:lnTo>
                  <a:pt x="673" y="196900"/>
                </a:lnTo>
                <a:lnTo>
                  <a:pt x="9205" y="186537"/>
                </a:lnTo>
                <a:lnTo>
                  <a:pt x="24026" y="176174"/>
                </a:lnTo>
                <a:lnTo>
                  <a:pt x="42186" y="165811"/>
                </a:lnTo>
                <a:lnTo>
                  <a:pt x="60067" y="155448"/>
                </a:lnTo>
                <a:lnTo>
                  <a:pt x="74111" y="145084"/>
                </a:lnTo>
                <a:lnTo>
                  <a:pt x="81521" y="134721"/>
                </a:lnTo>
                <a:lnTo>
                  <a:pt x="80821" y="124358"/>
                </a:lnTo>
                <a:lnTo>
                  <a:pt x="72151" y="113995"/>
                </a:lnTo>
                <a:lnTo>
                  <a:pt x="57238" y="103631"/>
                </a:lnTo>
                <a:lnTo>
                  <a:pt x="39050" y="93268"/>
                </a:lnTo>
                <a:lnTo>
                  <a:pt x="21209" y="82905"/>
                </a:lnTo>
                <a:lnTo>
                  <a:pt x="7266" y="72542"/>
                </a:lnTo>
                <a:lnTo>
                  <a:pt x="0" y="62179"/>
                </a:lnTo>
                <a:lnTo>
                  <a:pt x="854" y="51815"/>
                </a:lnTo>
                <a:lnTo>
                  <a:pt x="9661" y="41452"/>
                </a:lnTo>
                <a:lnTo>
                  <a:pt x="24666" y="31089"/>
                </a:lnTo>
                <a:lnTo>
                  <a:pt x="42882" y="20726"/>
                </a:lnTo>
                <a:lnTo>
                  <a:pt x="60681" y="10363"/>
                </a:lnTo>
                <a:lnTo>
                  <a:pt x="74521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72" name="Editable vector 72"/>
          <p:cNvSpPr/>
          <p:nvPr/>
        </p:nvSpPr>
        <p:spPr>
          <a:xfrm>
            <a:off x="5363311" y="1550009"/>
            <a:ext cx="81521" cy="455980"/>
          </a:xfrm>
          <a:custGeom>
            <a:avLst/>
            <a:gdLst/>
            <a:ahLst/>
            <a:cxnLst/>
            <a:rect l="0" t="0" r="r" b="b"/>
            <a:pathLst>
              <a:path w="81521" h="455980" fill="none">
                <a:moveTo>
                  <a:pt x="40792" y="0"/>
                </a:moveTo>
                <a:lnTo>
                  <a:pt x="58822" y="10363"/>
                </a:lnTo>
                <a:lnTo>
                  <a:pt x="73263" y="20726"/>
                </a:lnTo>
                <a:lnTo>
                  <a:pt x="81238" y="31089"/>
                </a:lnTo>
                <a:lnTo>
                  <a:pt x="81160" y="41452"/>
                </a:lnTo>
                <a:lnTo>
                  <a:pt x="73045" y="51815"/>
                </a:lnTo>
                <a:lnTo>
                  <a:pt x="58508" y="62179"/>
                </a:lnTo>
                <a:lnTo>
                  <a:pt x="40443" y="72542"/>
                </a:lnTo>
                <a:lnTo>
                  <a:pt x="22448" y="82905"/>
                </a:lnTo>
                <a:lnTo>
                  <a:pt x="8105" y="93268"/>
                </a:lnTo>
                <a:lnTo>
                  <a:pt x="270" y="103631"/>
                </a:lnTo>
                <a:lnTo>
                  <a:pt x="504" y="113995"/>
                </a:lnTo>
                <a:lnTo>
                  <a:pt x="8758" y="124358"/>
                </a:lnTo>
                <a:lnTo>
                  <a:pt x="23391" y="134721"/>
                </a:lnTo>
                <a:lnTo>
                  <a:pt x="41489" y="145084"/>
                </a:lnTo>
                <a:lnTo>
                  <a:pt x="59447" y="155448"/>
                </a:lnTo>
                <a:lnTo>
                  <a:pt x="73692" y="165811"/>
                </a:lnTo>
                <a:lnTo>
                  <a:pt x="81385" y="176174"/>
                </a:lnTo>
                <a:lnTo>
                  <a:pt x="80996" y="186537"/>
                </a:lnTo>
                <a:lnTo>
                  <a:pt x="72603" y="196900"/>
                </a:lnTo>
                <a:lnTo>
                  <a:pt x="57875" y="207264"/>
                </a:lnTo>
                <a:lnTo>
                  <a:pt x="39746" y="217627"/>
                </a:lnTo>
                <a:lnTo>
                  <a:pt x="21826" y="227990"/>
                </a:lnTo>
                <a:lnTo>
                  <a:pt x="7681" y="238353"/>
                </a:lnTo>
                <a:lnTo>
                  <a:pt x="129" y="248716"/>
                </a:lnTo>
                <a:lnTo>
                  <a:pt x="673" y="259080"/>
                </a:lnTo>
                <a:lnTo>
                  <a:pt x="9205" y="269443"/>
                </a:lnTo>
                <a:lnTo>
                  <a:pt x="24026" y="279806"/>
                </a:lnTo>
                <a:lnTo>
                  <a:pt x="42186" y="290169"/>
                </a:lnTo>
                <a:lnTo>
                  <a:pt x="60067" y="300532"/>
                </a:lnTo>
                <a:lnTo>
                  <a:pt x="74111" y="310895"/>
                </a:lnTo>
                <a:lnTo>
                  <a:pt x="81521" y="321259"/>
                </a:lnTo>
                <a:lnTo>
                  <a:pt x="80821" y="331622"/>
                </a:lnTo>
                <a:lnTo>
                  <a:pt x="72151" y="341985"/>
                </a:lnTo>
                <a:lnTo>
                  <a:pt x="57238" y="352348"/>
                </a:lnTo>
                <a:lnTo>
                  <a:pt x="39050" y="362711"/>
                </a:lnTo>
                <a:lnTo>
                  <a:pt x="21209" y="373075"/>
                </a:lnTo>
                <a:lnTo>
                  <a:pt x="7266" y="383438"/>
                </a:lnTo>
                <a:lnTo>
                  <a:pt x="0" y="393801"/>
                </a:lnTo>
                <a:lnTo>
                  <a:pt x="854" y="404164"/>
                </a:lnTo>
                <a:lnTo>
                  <a:pt x="9661" y="414528"/>
                </a:lnTo>
                <a:lnTo>
                  <a:pt x="24666" y="424891"/>
                </a:lnTo>
                <a:lnTo>
                  <a:pt x="42882" y="435254"/>
                </a:lnTo>
                <a:lnTo>
                  <a:pt x="60681" y="445617"/>
                </a:lnTo>
                <a:lnTo>
                  <a:pt x="74521" y="45598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73" name="Editable vector 73"/>
          <p:cNvSpPr/>
          <p:nvPr/>
        </p:nvSpPr>
        <p:spPr>
          <a:xfrm>
            <a:off x="5162296" y="2005990"/>
            <a:ext cx="120903" cy="58724"/>
          </a:xfrm>
          <a:custGeom>
            <a:avLst/>
            <a:gdLst/>
            <a:ahLst/>
            <a:cxnLst/>
            <a:rect l="0" t="0" r="r" b="b"/>
            <a:pathLst>
              <a:path w="120903" h="58724" fill="none">
                <a:moveTo>
                  <a:pt x="0" y="0"/>
                </a:moveTo>
                <a:lnTo>
                  <a:pt x="65633" y="58724"/>
                </a:lnTo>
                <a:lnTo>
                  <a:pt x="120903" y="0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74" name="Editable vector 74"/>
          <p:cNvSpPr/>
          <p:nvPr/>
        </p:nvSpPr>
        <p:spPr>
          <a:xfrm>
            <a:off x="5283200" y="1498193"/>
            <a:ext cx="120903" cy="51815"/>
          </a:xfrm>
          <a:custGeom>
            <a:avLst/>
            <a:gdLst/>
            <a:ahLst/>
            <a:cxnLst/>
            <a:rect l="0" t="0" r="r" b="b"/>
            <a:pathLst>
              <a:path w="120903" h="51815" fill="none">
                <a:moveTo>
                  <a:pt x="0" y="51815"/>
                </a:moveTo>
                <a:lnTo>
                  <a:pt x="58724" y="0"/>
                </a:lnTo>
                <a:lnTo>
                  <a:pt x="120903" y="51815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75" name="62"/>
          <p:cNvSpPr txBox="1"/>
          <p:nvPr/>
        </p:nvSpPr>
        <p:spPr>
          <a:xfrm>
            <a:off x="3581400" y="2235200"/>
            <a:ext cx="1016000" cy="441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2320" b="1" lang="en-US">
                <a:solidFill>
                  <a:srgbClr val="8056A8"/>
                </a:solidFill>
                <a:latin typeface="Arial"/>
              </a:rPr>
              <a:t>62</a:t>
            </a:r>
          </a:p>
        </p:txBody>
      </p:sp>
      <p:sp>
        <p:nvSpPr>
          <p:cNvPr id="76" name="380"/>
          <p:cNvSpPr txBox="1"/>
          <p:nvPr/>
        </p:nvSpPr>
        <p:spPr>
          <a:xfrm>
            <a:off x="4775200" y="2235200"/>
            <a:ext cx="1016000" cy="441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2320" b="1" lang="en-US">
                <a:solidFill>
                  <a:srgbClr val="0072B2"/>
                </a:solidFill>
                <a:latin typeface="Arial"/>
              </a:rPr>
              <a:t>380</a:t>
            </a:r>
          </a:p>
        </p:txBody>
      </p:sp>
      <p:sp>
        <p:nvSpPr>
          <p:cNvPr id="77" name="accepted arms (reported)"/>
          <p:cNvSpPr txBox="1"/>
          <p:nvPr/>
        </p:nvSpPr>
        <p:spPr>
          <a:xfrm>
            <a:off x="3403600" y="261620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accepted arms (reported)</a:t>
            </a:r>
          </a:p>
        </p:txBody>
      </p:sp>
      <p:sp>
        <p:nvSpPr>
          <p:cNvPr id="78" name="BindCraft · ProteinMPNN"/>
          <p:cNvSpPr txBox="1"/>
          <p:nvPr/>
        </p:nvSpPr>
        <p:spPr>
          <a:xfrm>
            <a:off x="3403600" y="291084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17324D"/>
                </a:solidFill>
                <a:latin typeface="Arial"/>
              </a:rPr>
              <a:t>BindCraft · ProteinMPNN</a:t>
            </a:r>
          </a:p>
        </p:txBody>
      </p:sp>
      <p:sp>
        <p:nvSpPr>
          <p:cNvPr id="79" name="1,342 / 2,051 trajectories"/>
          <p:cNvSpPr txBox="1"/>
          <p:nvPr/>
        </p:nvSpPr>
        <p:spPr>
          <a:xfrm>
            <a:off x="3302000" y="31242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1,342 / 2,051 trajectories</a:t>
            </a:r>
          </a:p>
        </p:txBody>
      </p:sp>
      <p:sp>
        <p:nvSpPr>
          <p:cNvPr id="80" name="Editable vector 80"/>
          <p:cNvSpPr/>
          <p:nvPr/>
        </p:nvSpPr>
        <p:spPr>
          <a:xfrm>
            <a:off x="2819400" y="2184400"/>
            <a:ext cx="482600" cy="5080"/>
          </a:xfrm>
          <a:custGeom>
            <a:avLst/>
            <a:gdLst/>
            <a:ahLst/>
            <a:cxnLst/>
            <a:rect l="0" t="0" r="r" b="b"/>
            <a:pathLst>
              <a:path w="482600" h="5080" fill="none">
                <a:moveTo>
                  <a:pt x="0" y="0"/>
                </a:moveTo>
                <a:lnTo>
                  <a:pt x="48260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81" name="Editable vector 81"/>
          <p:cNvSpPr/>
          <p:nvPr/>
        </p:nvSpPr>
        <p:spPr>
          <a:xfrm>
            <a:off x="3239109" y="21413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82" name="Editable vector 82"/>
          <p:cNvSpPr/>
          <p:nvPr/>
        </p:nvSpPr>
        <p:spPr>
          <a:xfrm>
            <a:off x="705039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0"/>
                </a:moveTo>
                <a:lnTo>
                  <a:pt x="77853" y="13715"/>
                </a:lnTo>
                <a:lnTo>
                  <a:pt x="96966" y="27431"/>
                </a:lnTo>
                <a:lnTo>
                  <a:pt x="107521" y="41147"/>
                </a:lnTo>
                <a:lnTo>
                  <a:pt x="107418" y="54863"/>
                </a:lnTo>
                <a:lnTo>
                  <a:pt x="96677" y="68580"/>
                </a:lnTo>
                <a:lnTo>
                  <a:pt x="77437" y="82295"/>
                </a:lnTo>
                <a:lnTo>
                  <a:pt x="53528" y="96011"/>
                </a:lnTo>
                <a:lnTo>
                  <a:pt x="29711" y="109727"/>
                </a:lnTo>
                <a:lnTo>
                  <a:pt x="10728" y="123443"/>
                </a:lnTo>
                <a:lnTo>
                  <a:pt x="358" y="137160"/>
                </a:lnTo>
                <a:lnTo>
                  <a:pt x="667" y="150875"/>
                </a:lnTo>
                <a:lnTo>
                  <a:pt x="11592" y="164591"/>
                </a:lnTo>
                <a:lnTo>
                  <a:pt x="30959" y="178307"/>
                </a:lnTo>
                <a:lnTo>
                  <a:pt x="54912" y="192023"/>
                </a:lnTo>
                <a:lnTo>
                  <a:pt x="78680" y="205740"/>
                </a:lnTo>
                <a:lnTo>
                  <a:pt x="97533" y="219455"/>
                </a:lnTo>
                <a:lnTo>
                  <a:pt x="107716" y="233171"/>
                </a:lnTo>
                <a:lnTo>
                  <a:pt x="107201" y="246887"/>
                </a:lnTo>
                <a:lnTo>
                  <a:pt x="96092" y="260603"/>
                </a:lnTo>
                <a:lnTo>
                  <a:pt x="76600" y="274320"/>
                </a:lnTo>
                <a:lnTo>
                  <a:pt x="52606" y="288035"/>
                </a:lnTo>
                <a:lnTo>
                  <a:pt x="28887" y="301751"/>
                </a:lnTo>
                <a:lnTo>
                  <a:pt x="10166" y="315467"/>
                </a:lnTo>
                <a:lnTo>
                  <a:pt x="171" y="329183"/>
                </a:lnTo>
                <a:lnTo>
                  <a:pt x="891" y="342900"/>
                </a:lnTo>
                <a:lnTo>
                  <a:pt x="12184" y="356615"/>
                </a:lnTo>
                <a:lnTo>
                  <a:pt x="31800" y="370331"/>
                </a:lnTo>
                <a:lnTo>
                  <a:pt x="55834" y="384047"/>
                </a:lnTo>
                <a:lnTo>
                  <a:pt x="79501" y="397763"/>
                </a:lnTo>
                <a:lnTo>
                  <a:pt x="98088" y="411480"/>
                </a:lnTo>
                <a:lnTo>
                  <a:pt x="107895" y="425195"/>
                </a:lnTo>
                <a:lnTo>
                  <a:pt x="106969" y="438911"/>
                </a:lnTo>
                <a:lnTo>
                  <a:pt x="95495" y="452627"/>
                </a:lnTo>
                <a:lnTo>
                  <a:pt x="75756" y="466343"/>
                </a:lnTo>
                <a:lnTo>
                  <a:pt x="51684" y="480060"/>
                </a:lnTo>
                <a:lnTo>
                  <a:pt x="28070" y="493775"/>
                </a:lnTo>
                <a:lnTo>
                  <a:pt x="9618" y="507491"/>
                </a:lnTo>
                <a:lnTo>
                  <a:pt x="0" y="521207"/>
                </a:lnTo>
                <a:lnTo>
                  <a:pt x="1131" y="534923"/>
                </a:lnTo>
                <a:lnTo>
                  <a:pt x="12787" y="548640"/>
                </a:lnTo>
                <a:lnTo>
                  <a:pt x="32647" y="562356"/>
                </a:lnTo>
                <a:lnTo>
                  <a:pt x="56756" y="576071"/>
                </a:lnTo>
                <a:lnTo>
                  <a:pt x="80314" y="589787"/>
                </a:lnTo>
                <a:lnTo>
                  <a:pt x="98631" y="603503"/>
                </a:lnTo>
              </a:path>
            </a:pathLst>
          </a:custGeom>
          <a:noFill/>
          <a:ln w="35560" cap="rnd">
            <a:solidFill>
              <a:srgbClr val="8056A8"/>
            </a:solidFill>
          </a:ln>
        </p:spPr>
      </p:sp>
      <p:sp>
        <p:nvSpPr>
          <p:cNvPr id="83" name="Editable vector 83"/>
          <p:cNvSpPr/>
          <p:nvPr/>
        </p:nvSpPr>
        <p:spPr>
          <a:xfrm>
            <a:off x="721041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603503"/>
                </a:moveTo>
                <a:lnTo>
                  <a:pt x="77853" y="589787"/>
                </a:lnTo>
                <a:lnTo>
                  <a:pt x="96966" y="576071"/>
                </a:lnTo>
                <a:lnTo>
                  <a:pt x="107521" y="562356"/>
                </a:lnTo>
                <a:lnTo>
                  <a:pt x="107418" y="548640"/>
                </a:lnTo>
                <a:lnTo>
                  <a:pt x="96677" y="534923"/>
                </a:lnTo>
                <a:lnTo>
                  <a:pt x="77437" y="521207"/>
                </a:lnTo>
                <a:lnTo>
                  <a:pt x="53528" y="507491"/>
                </a:lnTo>
                <a:lnTo>
                  <a:pt x="29711" y="493775"/>
                </a:lnTo>
                <a:lnTo>
                  <a:pt x="10728" y="480060"/>
                </a:lnTo>
                <a:lnTo>
                  <a:pt x="358" y="466343"/>
                </a:lnTo>
                <a:lnTo>
                  <a:pt x="667" y="452627"/>
                </a:lnTo>
                <a:lnTo>
                  <a:pt x="11592" y="438911"/>
                </a:lnTo>
                <a:lnTo>
                  <a:pt x="30959" y="425195"/>
                </a:lnTo>
                <a:lnTo>
                  <a:pt x="54912" y="411480"/>
                </a:lnTo>
                <a:lnTo>
                  <a:pt x="78680" y="397763"/>
                </a:lnTo>
                <a:lnTo>
                  <a:pt x="97533" y="384047"/>
                </a:lnTo>
                <a:lnTo>
                  <a:pt x="107716" y="370331"/>
                </a:lnTo>
                <a:lnTo>
                  <a:pt x="107201" y="356615"/>
                </a:lnTo>
                <a:lnTo>
                  <a:pt x="96092" y="342900"/>
                </a:lnTo>
                <a:lnTo>
                  <a:pt x="76600" y="329183"/>
                </a:lnTo>
                <a:lnTo>
                  <a:pt x="52606" y="315467"/>
                </a:lnTo>
                <a:lnTo>
                  <a:pt x="28887" y="301751"/>
                </a:lnTo>
                <a:lnTo>
                  <a:pt x="10166" y="288035"/>
                </a:lnTo>
                <a:lnTo>
                  <a:pt x="171" y="274320"/>
                </a:lnTo>
                <a:lnTo>
                  <a:pt x="891" y="260603"/>
                </a:lnTo>
                <a:lnTo>
                  <a:pt x="12184" y="246887"/>
                </a:lnTo>
                <a:lnTo>
                  <a:pt x="31800" y="233171"/>
                </a:lnTo>
                <a:lnTo>
                  <a:pt x="55834" y="219455"/>
                </a:lnTo>
                <a:lnTo>
                  <a:pt x="79501" y="205740"/>
                </a:lnTo>
                <a:lnTo>
                  <a:pt x="98088" y="192023"/>
                </a:lnTo>
                <a:lnTo>
                  <a:pt x="107895" y="178307"/>
                </a:lnTo>
                <a:lnTo>
                  <a:pt x="106969" y="164591"/>
                </a:lnTo>
                <a:lnTo>
                  <a:pt x="95495" y="150875"/>
                </a:lnTo>
                <a:lnTo>
                  <a:pt x="75756" y="137160"/>
                </a:lnTo>
                <a:lnTo>
                  <a:pt x="51684" y="123443"/>
                </a:lnTo>
                <a:lnTo>
                  <a:pt x="28070" y="109727"/>
                </a:lnTo>
                <a:lnTo>
                  <a:pt x="9618" y="96011"/>
                </a:lnTo>
                <a:lnTo>
                  <a:pt x="0" y="82295"/>
                </a:lnTo>
                <a:lnTo>
                  <a:pt x="1131" y="68580"/>
                </a:lnTo>
                <a:lnTo>
                  <a:pt x="12787" y="54863"/>
                </a:lnTo>
                <a:lnTo>
                  <a:pt x="32647" y="41147"/>
                </a:lnTo>
                <a:lnTo>
                  <a:pt x="56756" y="27431"/>
                </a:lnTo>
                <a:lnTo>
                  <a:pt x="80314" y="13715"/>
                </a:lnTo>
                <a:lnTo>
                  <a:pt x="98631" y="0"/>
                </a:lnTo>
              </a:path>
            </a:pathLst>
          </a:custGeom>
          <a:noFill/>
          <a:ln w="35560" cap="rnd">
            <a:solidFill>
              <a:srgbClr val="8056A8"/>
            </a:solidFill>
          </a:ln>
        </p:spPr>
      </p:sp>
      <p:sp>
        <p:nvSpPr>
          <p:cNvPr id="84" name="Editable vector 84"/>
          <p:cNvSpPr/>
          <p:nvPr/>
        </p:nvSpPr>
        <p:spPr>
          <a:xfrm>
            <a:off x="737043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0"/>
                </a:moveTo>
                <a:lnTo>
                  <a:pt x="77853" y="13715"/>
                </a:lnTo>
                <a:lnTo>
                  <a:pt x="96966" y="27431"/>
                </a:lnTo>
                <a:lnTo>
                  <a:pt x="107521" y="41147"/>
                </a:lnTo>
                <a:lnTo>
                  <a:pt x="107418" y="54863"/>
                </a:lnTo>
                <a:lnTo>
                  <a:pt x="96677" y="68580"/>
                </a:lnTo>
                <a:lnTo>
                  <a:pt x="77437" y="82295"/>
                </a:lnTo>
                <a:lnTo>
                  <a:pt x="53528" y="96011"/>
                </a:lnTo>
                <a:lnTo>
                  <a:pt x="29711" y="109727"/>
                </a:lnTo>
                <a:lnTo>
                  <a:pt x="10728" y="123443"/>
                </a:lnTo>
                <a:lnTo>
                  <a:pt x="358" y="137160"/>
                </a:lnTo>
                <a:lnTo>
                  <a:pt x="667" y="150875"/>
                </a:lnTo>
                <a:lnTo>
                  <a:pt x="11592" y="164591"/>
                </a:lnTo>
                <a:lnTo>
                  <a:pt x="30959" y="178307"/>
                </a:lnTo>
                <a:lnTo>
                  <a:pt x="54912" y="192023"/>
                </a:lnTo>
                <a:lnTo>
                  <a:pt x="78680" y="205740"/>
                </a:lnTo>
                <a:lnTo>
                  <a:pt x="97533" y="219455"/>
                </a:lnTo>
                <a:lnTo>
                  <a:pt x="107716" y="233171"/>
                </a:lnTo>
                <a:lnTo>
                  <a:pt x="107201" y="246887"/>
                </a:lnTo>
                <a:lnTo>
                  <a:pt x="96092" y="260603"/>
                </a:lnTo>
                <a:lnTo>
                  <a:pt x="76600" y="274320"/>
                </a:lnTo>
                <a:lnTo>
                  <a:pt x="52606" y="288035"/>
                </a:lnTo>
                <a:lnTo>
                  <a:pt x="28887" y="301751"/>
                </a:lnTo>
                <a:lnTo>
                  <a:pt x="10166" y="315467"/>
                </a:lnTo>
                <a:lnTo>
                  <a:pt x="171" y="329183"/>
                </a:lnTo>
                <a:lnTo>
                  <a:pt x="891" y="342900"/>
                </a:lnTo>
                <a:lnTo>
                  <a:pt x="12184" y="356615"/>
                </a:lnTo>
                <a:lnTo>
                  <a:pt x="31800" y="370331"/>
                </a:lnTo>
                <a:lnTo>
                  <a:pt x="55834" y="384047"/>
                </a:lnTo>
                <a:lnTo>
                  <a:pt x="79501" y="397763"/>
                </a:lnTo>
                <a:lnTo>
                  <a:pt x="98088" y="411480"/>
                </a:lnTo>
                <a:lnTo>
                  <a:pt x="107895" y="425195"/>
                </a:lnTo>
                <a:lnTo>
                  <a:pt x="106969" y="438911"/>
                </a:lnTo>
                <a:lnTo>
                  <a:pt x="95495" y="452627"/>
                </a:lnTo>
                <a:lnTo>
                  <a:pt x="75756" y="466343"/>
                </a:lnTo>
                <a:lnTo>
                  <a:pt x="51684" y="480060"/>
                </a:lnTo>
                <a:lnTo>
                  <a:pt x="28070" y="493775"/>
                </a:lnTo>
                <a:lnTo>
                  <a:pt x="9618" y="507491"/>
                </a:lnTo>
                <a:lnTo>
                  <a:pt x="0" y="521207"/>
                </a:lnTo>
                <a:lnTo>
                  <a:pt x="1131" y="534923"/>
                </a:lnTo>
                <a:lnTo>
                  <a:pt x="12787" y="548640"/>
                </a:lnTo>
                <a:lnTo>
                  <a:pt x="32647" y="562356"/>
                </a:lnTo>
                <a:lnTo>
                  <a:pt x="56756" y="576071"/>
                </a:lnTo>
                <a:lnTo>
                  <a:pt x="80314" y="589787"/>
                </a:lnTo>
                <a:lnTo>
                  <a:pt x="98631" y="603503"/>
                </a:lnTo>
              </a:path>
            </a:pathLst>
          </a:custGeom>
          <a:noFill/>
          <a:ln w="35560" cap="rnd">
            <a:solidFill>
              <a:srgbClr val="8056A8"/>
            </a:solidFill>
          </a:ln>
        </p:spPr>
      </p:sp>
      <p:sp>
        <p:nvSpPr>
          <p:cNvPr id="85" name="Editable vector 85"/>
          <p:cNvSpPr/>
          <p:nvPr/>
        </p:nvSpPr>
        <p:spPr>
          <a:xfrm>
            <a:off x="7104380" y="2155952"/>
            <a:ext cx="160020" cy="77724"/>
          </a:xfrm>
          <a:custGeom>
            <a:avLst/>
            <a:gdLst/>
            <a:ahLst/>
            <a:cxnLst/>
            <a:rect l="0" t="0" r="r" b="b"/>
            <a:pathLst>
              <a:path w="160020" h="77724" fill="none">
                <a:moveTo>
                  <a:pt x="0" y="0"/>
                </a:moveTo>
                <a:lnTo>
                  <a:pt x="86867" y="77724"/>
                </a:lnTo>
                <a:lnTo>
                  <a:pt x="16002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86" name="Editable vector 86"/>
          <p:cNvSpPr/>
          <p:nvPr/>
        </p:nvSpPr>
        <p:spPr>
          <a:xfrm>
            <a:off x="7264400" y="1483868"/>
            <a:ext cx="160020" cy="68580"/>
          </a:xfrm>
          <a:custGeom>
            <a:avLst/>
            <a:gdLst/>
            <a:ahLst/>
            <a:cxnLst/>
            <a:rect l="0" t="0" r="r" b="b"/>
            <a:pathLst>
              <a:path w="160020" h="68580" fill="none">
                <a:moveTo>
                  <a:pt x="0" y="68580"/>
                </a:moveTo>
                <a:lnTo>
                  <a:pt x="77723" y="0"/>
                </a:lnTo>
                <a:lnTo>
                  <a:pt x="160020" y="6858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87" name="Editable vector 87"/>
          <p:cNvSpPr/>
          <p:nvPr/>
        </p:nvSpPr>
        <p:spPr>
          <a:xfrm>
            <a:off x="786319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0"/>
                </a:moveTo>
                <a:lnTo>
                  <a:pt x="77853" y="13715"/>
                </a:lnTo>
                <a:lnTo>
                  <a:pt x="96966" y="27431"/>
                </a:lnTo>
                <a:lnTo>
                  <a:pt x="107521" y="41147"/>
                </a:lnTo>
                <a:lnTo>
                  <a:pt x="107418" y="54863"/>
                </a:lnTo>
                <a:lnTo>
                  <a:pt x="96677" y="68580"/>
                </a:lnTo>
                <a:lnTo>
                  <a:pt x="77437" y="82295"/>
                </a:lnTo>
                <a:lnTo>
                  <a:pt x="53528" y="96011"/>
                </a:lnTo>
                <a:lnTo>
                  <a:pt x="29711" y="109727"/>
                </a:lnTo>
                <a:lnTo>
                  <a:pt x="10728" y="123443"/>
                </a:lnTo>
                <a:lnTo>
                  <a:pt x="358" y="137160"/>
                </a:lnTo>
                <a:lnTo>
                  <a:pt x="667" y="150875"/>
                </a:lnTo>
                <a:lnTo>
                  <a:pt x="11592" y="164591"/>
                </a:lnTo>
                <a:lnTo>
                  <a:pt x="30959" y="178307"/>
                </a:lnTo>
                <a:lnTo>
                  <a:pt x="54912" y="192023"/>
                </a:lnTo>
                <a:lnTo>
                  <a:pt x="78680" y="205740"/>
                </a:lnTo>
                <a:lnTo>
                  <a:pt x="97533" y="219455"/>
                </a:lnTo>
                <a:lnTo>
                  <a:pt x="107716" y="233171"/>
                </a:lnTo>
                <a:lnTo>
                  <a:pt x="107201" y="246887"/>
                </a:lnTo>
                <a:lnTo>
                  <a:pt x="96092" y="260603"/>
                </a:lnTo>
                <a:lnTo>
                  <a:pt x="76600" y="274320"/>
                </a:lnTo>
                <a:lnTo>
                  <a:pt x="52606" y="288035"/>
                </a:lnTo>
                <a:lnTo>
                  <a:pt x="28887" y="301751"/>
                </a:lnTo>
                <a:lnTo>
                  <a:pt x="10166" y="315467"/>
                </a:lnTo>
                <a:lnTo>
                  <a:pt x="171" y="329183"/>
                </a:lnTo>
                <a:lnTo>
                  <a:pt x="891" y="342900"/>
                </a:lnTo>
                <a:lnTo>
                  <a:pt x="12184" y="356615"/>
                </a:lnTo>
                <a:lnTo>
                  <a:pt x="31800" y="370331"/>
                </a:lnTo>
                <a:lnTo>
                  <a:pt x="55834" y="384047"/>
                </a:lnTo>
                <a:lnTo>
                  <a:pt x="79501" y="397763"/>
                </a:lnTo>
                <a:lnTo>
                  <a:pt x="98088" y="411480"/>
                </a:lnTo>
                <a:lnTo>
                  <a:pt x="107895" y="425195"/>
                </a:lnTo>
                <a:lnTo>
                  <a:pt x="106969" y="438911"/>
                </a:lnTo>
                <a:lnTo>
                  <a:pt x="95495" y="452627"/>
                </a:lnTo>
                <a:lnTo>
                  <a:pt x="75756" y="466343"/>
                </a:lnTo>
                <a:lnTo>
                  <a:pt x="51684" y="480060"/>
                </a:lnTo>
                <a:lnTo>
                  <a:pt x="28070" y="493775"/>
                </a:lnTo>
                <a:lnTo>
                  <a:pt x="9618" y="507491"/>
                </a:lnTo>
                <a:lnTo>
                  <a:pt x="0" y="521207"/>
                </a:lnTo>
                <a:lnTo>
                  <a:pt x="1131" y="534923"/>
                </a:lnTo>
                <a:lnTo>
                  <a:pt x="12787" y="548640"/>
                </a:lnTo>
                <a:lnTo>
                  <a:pt x="32647" y="562356"/>
                </a:lnTo>
                <a:lnTo>
                  <a:pt x="56756" y="576071"/>
                </a:lnTo>
                <a:lnTo>
                  <a:pt x="80314" y="589787"/>
                </a:lnTo>
                <a:lnTo>
                  <a:pt x="98631" y="603503"/>
                </a:lnTo>
              </a:path>
            </a:pathLst>
          </a:custGeom>
          <a:noFill/>
          <a:ln w="35560" cap="rnd">
            <a:solidFill>
              <a:srgbClr val="0072B2"/>
            </a:solidFill>
          </a:ln>
        </p:spPr>
      </p:sp>
      <p:sp>
        <p:nvSpPr>
          <p:cNvPr id="88" name="Editable vector 88"/>
          <p:cNvSpPr/>
          <p:nvPr/>
        </p:nvSpPr>
        <p:spPr>
          <a:xfrm>
            <a:off x="802321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603503"/>
                </a:moveTo>
                <a:lnTo>
                  <a:pt x="77853" y="589787"/>
                </a:lnTo>
                <a:lnTo>
                  <a:pt x="96966" y="576071"/>
                </a:lnTo>
                <a:lnTo>
                  <a:pt x="107521" y="562356"/>
                </a:lnTo>
                <a:lnTo>
                  <a:pt x="107418" y="548640"/>
                </a:lnTo>
                <a:lnTo>
                  <a:pt x="96677" y="534923"/>
                </a:lnTo>
                <a:lnTo>
                  <a:pt x="77437" y="521207"/>
                </a:lnTo>
                <a:lnTo>
                  <a:pt x="53528" y="507491"/>
                </a:lnTo>
                <a:lnTo>
                  <a:pt x="29711" y="493775"/>
                </a:lnTo>
                <a:lnTo>
                  <a:pt x="10728" y="480060"/>
                </a:lnTo>
                <a:lnTo>
                  <a:pt x="358" y="466343"/>
                </a:lnTo>
                <a:lnTo>
                  <a:pt x="667" y="452627"/>
                </a:lnTo>
                <a:lnTo>
                  <a:pt x="11592" y="438911"/>
                </a:lnTo>
                <a:lnTo>
                  <a:pt x="30959" y="425195"/>
                </a:lnTo>
                <a:lnTo>
                  <a:pt x="54912" y="411480"/>
                </a:lnTo>
                <a:lnTo>
                  <a:pt x="78680" y="397763"/>
                </a:lnTo>
                <a:lnTo>
                  <a:pt x="97533" y="384047"/>
                </a:lnTo>
                <a:lnTo>
                  <a:pt x="107716" y="370331"/>
                </a:lnTo>
                <a:lnTo>
                  <a:pt x="107201" y="356615"/>
                </a:lnTo>
                <a:lnTo>
                  <a:pt x="96092" y="342900"/>
                </a:lnTo>
                <a:lnTo>
                  <a:pt x="76600" y="329183"/>
                </a:lnTo>
                <a:lnTo>
                  <a:pt x="52606" y="315467"/>
                </a:lnTo>
                <a:lnTo>
                  <a:pt x="28887" y="301751"/>
                </a:lnTo>
                <a:lnTo>
                  <a:pt x="10166" y="288035"/>
                </a:lnTo>
                <a:lnTo>
                  <a:pt x="171" y="274320"/>
                </a:lnTo>
                <a:lnTo>
                  <a:pt x="891" y="260603"/>
                </a:lnTo>
                <a:lnTo>
                  <a:pt x="12184" y="246887"/>
                </a:lnTo>
                <a:lnTo>
                  <a:pt x="31800" y="233171"/>
                </a:lnTo>
                <a:lnTo>
                  <a:pt x="55834" y="219455"/>
                </a:lnTo>
                <a:lnTo>
                  <a:pt x="79501" y="205740"/>
                </a:lnTo>
                <a:lnTo>
                  <a:pt x="98088" y="192023"/>
                </a:lnTo>
                <a:lnTo>
                  <a:pt x="107895" y="178307"/>
                </a:lnTo>
                <a:lnTo>
                  <a:pt x="106969" y="164591"/>
                </a:lnTo>
                <a:lnTo>
                  <a:pt x="95495" y="150875"/>
                </a:lnTo>
                <a:lnTo>
                  <a:pt x="75756" y="137160"/>
                </a:lnTo>
                <a:lnTo>
                  <a:pt x="51684" y="123443"/>
                </a:lnTo>
                <a:lnTo>
                  <a:pt x="28070" y="109727"/>
                </a:lnTo>
                <a:lnTo>
                  <a:pt x="9618" y="96011"/>
                </a:lnTo>
                <a:lnTo>
                  <a:pt x="0" y="82295"/>
                </a:lnTo>
                <a:lnTo>
                  <a:pt x="1131" y="68580"/>
                </a:lnTo>
                <a:lnTo>
                  <a:pt x="12787" y="54863"/>
                </a:lnTo>
                <a:lnTo>
                  <a:pt x="32647" y="41147"/>
                </a:lnTo>
                <a:lnTo>
                  <a:pt x="56756" y="27431"/>
                </a:lnTo>
                <a:lnTo>
                  <a:pt x="80314" y="13715"/>
                </a:lnTo>
                <a:lnTo>
                  <a:pt x="98631" y="0"/>
                </a:lnTo>
              </a:path>
            </a:pathLst>
          </a:custGeom>
          <a:noFill/>
          <a:ln w="35560" cap="rnd">
            <a:solidFill>
              <a:srgbClr val="0072B2"/>
            </a:solidFill>
          </a:ln>
        </p:spPr>
      </p:sp>
      <p:sp>
        <p:nvSpPr>
          <p:cNvPr id="89" name="Editable vector 89"/>
          <p:cNvSpPr/>
          <p:nvPr/>
        </p:nvSpPr>
        <p:spPr>
          <a:xfrm>
            <a:off x="8183230" y="1552448"/>
            <a:ext cx="107895" cy="603503"/>
          </a:xfrm>
          <a:custGeom>
            <a:avLst/>
            <a:gdLst/>
            <a:ahLst/>
            <a:cxnLst/>
            <a:rect l="0" t="0" r="r" b="b"/>
            <a:pathLst>
              <a:path w="107895" h="603503" fill="none">
                <a:moveTo>
                  <a:pt x="53989" y="0"/>
                </a:moveTo>
                <a:lnTo>
                  <a:pt x="77853" y="13715"/>
                </a:lnTo>
                <a:lnTo>
                  <a:pt x="96966" y="27431"/>
                </a:lnTo>
                <a:lnTo>
                  <a:pt x="107521" y="41147"/>
                </a:lnTo>
                <a:lnTo>
                  <a:pt x="107418" y="54863"/>
                </a:lnTo>
                <a:lnTo>
                  <a:pt x="96677" y="68580"/>
                </a:lnTo>
                <a:lnTo>
                  <a:pt x="77437" y="82295"/>
                </a:lnTo>
                <a:lnTo>
                  <a:pt x="53528" y="96011"/>
                </a:lnTo>
                <a:lnTo>
                  <a:pt x="29711" y="109727"/>
                </a:lnTo>
                <a:lnTo>
                  <a:pt x="10728" y="123443"/>
                </a:lnTo>
                <a:lnTo>
                  <a:pt x="358" y="137160"/>
                </a:lnTo>
                <a:lnTo>
                  <a:pt x="667" y="150875"/>
                </a:lnTo>
                <a:lnTo>
                  <a:pt x="11592" y="164591"/>
                </a:lnTo>
                <a:lnTo>
                  <a:pt x="30959" y="178307"/>
                </a:lnTo>
                <a:lnTo>
                  <a:pt x="54912" y="192023"/>
                </a:lnTo>
                <a:lnTo>
                  <a:pt x="78680" y="205740"/>
                </a:lnTo>
                <a:lnTo>
                  <a:pt x="97533" y="219455"/>
                </a:lnTo>
                <a:lnTo>
                  <a:pt x="107716" y="233171"/>
                </a:lnTo>
                <a:lnTo>
                  <a:pt x="107201" y="246887"/>
                </a:lnTo>
                <a:lnTo>
                  <a:pt x="96092" y="260603"/>
                </a:lnTo>
                <a:lnTo>
                  <a:pt x="76600" y="274320"/>
                </a:lnTo>
                <a:lnTo>
                  <a:pt x="52606" y="288035"/>
                </a:lnTo>
                <a:lnTo>
                  <a:pt x="28887" y="301751"/>
                </a:lnTo>
                <a:lnTo>
                  <a:pt x="10166" y="315467"/>
                </a:lnTo>
                <a:lnTo>
                  <a:pt x="171" y="329183"/>
                </a:lnTo>
                <a:lnTo>
                  <a:pt x="891" y="342900"/>
                </a:lnTo>
                <a:lnTo>
                  <a:pt x="12184" y="356615"/>
                </a:lnTo>
                <a:lnTo>
                  <a:pt x="31800" y="370331"/>
                </a:lnTo>
                <a:lnTo>
                  <a:pt x="55834" y="384047"/>
                </a:lnTo>
                <a:lnTo>
                  <a:pt x="79501" y="397763"/>
                </a:lnTo>
                <a:lnTo>
                  <a:pt x="98088" y="411480"/>
                </a:lnTo>
                <a:lnTo>
                  <a:pt x="107895" y="425195"/>
                </a:lnTo>
                <a:lnTo>
                  <a:pt x="106969" y="438911"/>
                </a:lnTo>
                <a:lnTo>
                  <a:pt x="95495" y="452627"/>
                </a:lnTo>
                <a:lnTo>
                  <a:pt x="75756" y="466343"/>
                </a:lnTo>
                <a:lnTo>
                  <a:pt x="51684" y="480060"/>
                </a:lnTo>
                <a:lnTo>
                  <a:pt x="28070" y="493775"/>
                </a:lnTo>
                <a:lnTo>
                  <a:pt x="9618" y="507491"/>
                </a:lnTo>
                <a:lnTo>
                  <a:pt x="0" y="521207"/>
                </a:lnTo>
                <a:lnTo>
                  <a:pt x="1131" y="534923"/>
                </a:lnTo>
                <a:lnTo>
                  <a:pt x="12787" y="548640"/>
                </a:lnTo>
                <a:lnTo>
                  <a:pt x="32647" y="562356"/>
                </a:lnTo>
                <a:lnTo>
                  <a:pt x="56756" y="576071"/>
                </a:lnTo>
                <a:lnTo>
                  <a:pt x="80314" y="589787"/>
                </a:lnTo>
                <a:lnTo>
                  <a:pt x="98631" y="603503"/>
                </a:lnTo>
              </a:path>
            </a:pathLst>
          </a:custGeom>
          <a:noFill/>
          <a:ln w="35560" cap="rnd">
            <a:solidFill>
              <a:srgbClr val="0072B2"/>
            </a:solidFill>
          </a:ln>
        </p:spPr>
      </p:sp>
      <p:sp>
        <p:nvSpPr>
          <p:cNvPr id="90" name="Editable vector 90"/>
          <p:cNvSpPr/>
          <p:nvPr/>
        </p:nvSpPr>
        <p:spPr>
          <a:xfrm>
            <a:off x="7917180" y="2155952"/>
            <a:ext cx="160020" cy="77724"/>
          </a:xfrm>
          <a:custGeom>
            <a:avLst/>
            <a:gdLst/>
            <a:ahLst/>
            <a:cxnLst/>
            <a:rect l="0" t="0" r="r" b="b"/>
            <a:pathLst>
              <a:path w="160020" h="77724" fill="none">
                <a:moveTo>
                  <a:pt x="0" y="0"/>
                </a:moveTo>
                <a:lnTo>
                  <a:pt x="86867" y="77724"/>
                </a:lnTo>
                <a:lnTo>
                  <a:pt x="16002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91" name="Editable vector 91"/>
          <p:cNvSpPr/>
          <p:nvPr/>
        </p:nvSpPr>
        <p:spPr>
          <a:xfrm>
            <a:off x="8077200" y="1483868"/>
            <a:ext cx="160020" cy="68580"/>
          </a:xfrm>
          <a:custGeom>
            <a:avLst/>
            <a:gdLst/>
            <a:ahLst/>
            <a:cxnLst/>
            <a:rect l="0" t="0" r="r" b="b"/>
            <a:pathLst>
              <a:path w="160020" h="68580" fill="none">
                <a:moveTo>
                  <a:pt x="0" y="68580"/>
                </a:moveTo>
                <a:lnTo>
                  <a:pt x="77723" y="0"/>
                </a:lnTo>
                <a:lnTo>
                  <a:pt x="160020" y="6858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92" name="Editable vector 92"/>
          <p:cNvSpPr/>
          <p:nvPr/>
        </p:nvSpPr>
        <p:spPr>
          <a:xfrm>
            <a:off x="7264400" y="2159000"/>
            <a:ext cx="812800" cy="177800"/>
          </a:xfrm>
          <a:custGeom>
            <a:avLst/>
            <a:gdLst/>
            <a:ahLst/>
            <a:cxnLst/>
            <a:rect l="0" t="0" r="r" b="b"/>
            <a:pathLst>
              <a:path w="812800" h="177800" fill="none">
                <a:moveTo>
                  <a:pt x="0" y="0"/>
                </a:moveTo>
                <a:lnTo>
                  <a:pt x="177800" y="177800"/>
                </a:lnTo>
                <a:lnTo>
                  <a:pt x="355600" y="25400"/>
                </a:lnTo>
                <a:lnTo>
                  <a:pt x="533400" y="177800"/>
                </a:lnTo>
                <a:lnTo>
                  <a:pt x="812800" y="0"/>
                </a:lnTo>
              </a:path>
            </a:pathLst>
          </a:custGeom>
          <a:noFill/>
          <a:ln w="25400" cap="rnd">
            <a:solidFill>
              <a:srgbClr val="617588"/>
            </a:solidFill>
          </a:ln>
        </p:spPr>
      </p:sp>
      <p:sp>
        <p:nvSpPr>
          <p:cNvPr id="93" name="250"/>
          <p:cNvSpPr txBox="1"/>
          <p:nvPr/>
        </p:nvSpPr>
        <p:spPr>
          <a:xfrm>
            <a:off x="6400800" y="2463800"/>
            <a:ext cx="254000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2480" b="1" lang="en-US">
                <a:solidFill>
                  <a:srgbClr val="17324D"/>
                </a:solidFill>
                <a:latin typeface="Arial"/>
              </a:rPr>
              <a:t>250</a:t>
            </a:r>
          </a:p>
        </p:txBody>
      </p:sp>
      <p:sp>
        <p:nvSpPr>
          <p:cNvPr id="94" name="5 × 5 arm pairs"/>
          <p:cNvSpPr txBox="1"/>
          <p:nvPr/>
        </p:nvSpPr>
        <p:spPr>
          <a:xfrm>
            <a:off x="6400800" y="286004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17324D"/>
                </a:solidFill>
                <a:latin typeface="Arial"/>
              </a:rPr>
              <a:t>5 × 5 arm pairs</a:t>
            </a:r>
          </a:p>
        </p:txBody>
      </p:sp>
      <p:sp>
        <p:nvSpPr>
          <p:cNvPr id="95" name="5 linkers × 2 domain orders"/>
          <p:cNvSpPr txBox="1"/>
          <p:nvPr/>
        </p:nvSpPr>
        <p:spPr>
          <a:xfrm>
            <a:off x="6400800" y="309880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5 linkers × 2 domain orders</a:t>
            </a:r>
          </a:p>
        </p:txBody>
      </p:sp>
      <p:sp>
        <p:nvSpPr>
          <p:cNvPr id="96" name="Editable vector 96"/>
          <p:cNvSpPr/>
          <p:nvPr/>
        </p:nvSpPr>
        <p:spPr>
          <a:xfrm>
            <a:off x="5943600" y="2184400"/>
            <a:ext cx="508000" cy="5080"/>
          </a:xfrm>
          <a:custGeom>
            <a:avLst/>
            <a:gdLst/>
            <a:ahLst/>
            <a:cxnLst/>
            <a:rect l="0" t="0" r="r" b="b"/>
            <a:pathLst>
              <a:path w="508000" h="5080" fill="none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97" name="Editable vector 97"/>
          <p:cNvSpPr/>
          <p:nvPr/>
        </p:nvSpPr>
        <p:spPr>
          <a:xfrm>
            <a:off x="6388709" y="21413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98" name="5 + 5"/>
          <p:cNvSpPr txBox="1"/>
          <p:nvPr/>
        </p:nvSpPr>
        <p:spPr>
          <a:xfrm>
            <a:off x="5740400" y="1757680"/>
            <a:ext cx="9144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617588"/>
                </a:solidFill>
                <a:latin typeface="Arial"/>
              </a:rPr>
              <a:t>5 + 5</a:t>
            </a:r>
          </a:p>
        </p:txBody>
      </p:sp>
      <p:sp>
        <p:nvSpPr>
          <p:cNvPr id="99" name="Editable vector 99"/>
          <p:cNvSpPr/>
          <p:nvPr/>
        </p:nvSpPr>
        <p:spPr>
          <a:xfrm>
            <a:off x="10078720" y="1447800"/>
            <a:ext cx="1280160" cy="1280160"/>
          </a:xfrm>
          <a:custGeom>
            <a:avLst/>
            <a:gdLst/>
            <a:ahLst/>
            <a:cxnLst/>
            <a:rect l="0" t="0" r="r" b="b"/>
            <a:pathLst>
              <a:path w="1280160" h="1280160" fill="none">
                <a:moveTo>
                  <a:pt x="640080" y="0"/>
                </a:moveTo>
                <a:lnTo>
                  <a:pt x="660185" y="315"/>
                </a:lnTo>
                <a:lnTo>
                  <a:pt x="680270" y="1263"/>
                </a:lnTo>
                <a:lnTo>
                  <a:pt x="700316" y="2840"/>
                </a:lnTo>
                <a:lnTo>
                  <a:pt x="720303" y="5047"/>
                </a:lnTo>
                <a:lnTo>
                  <a:pt x="740210" y="7880"/>
                </a:lnTo>
                <a:lnTo>
                  <a:pt x="760019" y="11337"/>
                </a:lnTo>
                <a:lnTo>
                  <a:pt x="779709" y="15415"/>
                </a:lnTo>
                <a:lnTo>
                  <a:pt x="799261" y="20109"/>
                </a:lnTo>
                <a:lnTo>
                  <a:pt x="818656" y="25415"/>
                </a:lnTo>
                <a:lnTo>
                  <a:pt x="837875" y="31327"/>
                </a:lnTo>
                <a:lnTo>
                  <a:pt x="856899" y="37841"/>
                </a:lnTo>
                <a:lnTo>
                  <a:pt x="875709" y="44948"/>
                </a:lnTo>
                <a:lnTo>
                  <a:pt x="894286" y="52643"/>
                </a:lnTo>
                <a:lnTo>
                  <a:pt x="912612" y="60918"/>
                </a:lnTo>
                <a:lnTo>
                  <a:pt x="930670" y="69764"/>
                </a:lnTo>
                <a:lnTo>
                  <a:pt x="948440" y="79173"/>
                </a:lnTo>
                <a:lnTo>
                  <a:pt x="965907" y="89136"/>
                </a:lnTo>
                <a:lnTo>
                  <a:pt x="983052" y="99642"/>
                </a:lnTo>
                <a:lnTo>
                  <a:pt x="999858" y="110682"/>
                </a:lnTo>
                <a:lnTo>
                  <a:pt x="1016309" y="122244"/>
                </a:lnTo>
                <a:lnTo>
                  <a:pt x="1032389" y="134317"/>
                </a:lnTo>
                <a:lnTo>
                  <a:pt x="1048082" y="146889"/>
                </a:lnTo>
                <a:lnTo>
                  <a:pt x="1063372" y="159948"/>
                </a:lnTo>
                <a:lnTo>
                  <a:pt x="1078244" y="173481"/>
                </a:lnTo>
                <a:lnTo>
                  <a:pt x="1092684" y="187475"/>
                </a:lnTo>
                <a:lnTo>
                  <a:pt x="1106678" y="201915"/>
                </a:lnTo>
                <a:lnTo>
                  <a:pt x="1120211" y="216787"/>
                </a:lnTo>
                <a:lnTo>
                  <a:pt x="1133270" y="232077"/>
                </a:lnTo>
                <a:lnTo>
                  <a:pt x="1145842" y="247770"/>
                </a:lnTo>
                <a:lnTo>
                  <a:pt x="1157915" y="263850"/>
                </a:lnTo>
                <a:lnTo>
                  <a:pt x="1169477" y="280301"/>
                </a:lnTo>
                <a:lnTo>
                  <a:pt x="1180517" y="297107"/>
                </a:lnTo>
                <a:lnTo>
                  <a:pt x="1191023" y="314252"/>
                </a:lnTo>
                <a:lnTo>
                  <a:pt x="1200986" y="331719"/>
                </a:lnTo>
                <a:lnTo>
                  <a:pt x="1210395" y="349489"/>
                </a:lnTo>
                <a:lnTo>
                  <a:pt x="1219241" y="367547"/>
                </a:lnTo>
                <a:lnTo>
                  <a:pt x="1227516" y="385873"/>
                </a:lnTo>
                <a:lnTo>
                  <a:pt x="1235211" y="404450"/>
                </a:lnTo>
                <a:lnTo>
                  <a:pt x="1242318" y="423260"/>
                </a:lnTo>
                <a:lnTo>
                  <a:pt x="1248832" y="442284"/>
                </a:lnTo>
                <a:lnTo>
                  <a:pt x="1254744" y="461503"/>
                </a:lnTo>
                <a:lnTo>
                  <a:pt x="1260050" y="480898"/>
                </a:lnTo>
                <a:lnTo>
                  <a:pt x="1264744" y="500450"/>
                </a:lnTo>
                <a:lnTo>
                  <a:pt x="1268822" y="520140"/>
                </a:lnTo>
                <a:lnTo>
                  <a:pt x="1272279" y="539949"/>
                </a:lnTo>
                <a:lnTo>
                  <a:pt x="1275112" y="559856"/>
                </a:lnTo>
                <a:lnTo>
                  <a:pt x="1277319" y="579843"/>
                </a:lnTo>
                <a:lnTo>
                  <a:pt x="1278896" y="599889"/>
                </a:lnTo>
                <a:lnTo>
                  <a:pt x="1279844" y="619974"/>
                </a:lnTo>
                <a:lnTo>
                  <a:pt x="1280160" y="640080"/>
                </a:lnTo>
                <a:lnTo>
                  <a:pt x="1279844" y="660185"/>
                </a:lnTo>
                <a:lnTo>
                  <a:pt x="1278896" y="680270"/>
                </a:lnTo>
                <a:lnTo>
                  <a:pt x="1277319" y="700316"/>
                </a:lnTo>
                <a:lnTo>
                  <a:pt x="1275112" y="720303"/>
                </a:lnTo>
                <a:lnTo>
                  <a:pt x="1272279" y="740210"/>
                </a:lnTo>
                <a:lnTo>
                  <a:pt x="1268822" y="760019"/>
                </a:lnTo>
                <a:lnTo>
                  <a:pt x="1264744" y="779709"/>
                </a:lnTo>
                <a:lnTo>
                  <a:pt x="1260050" y="799261"/>
                </a:lnTo>
                <a:lnTo>
                  <a:pt x="1254744" y="818656"/>
                </a:lnTo>
                <a:lnTo>
                  <a:pt x="1248832" y="837875"/>
                </a:lnTo>
                <a:lnTo>
                  <a:pt x="1242318" y="856899"/>
                </a:lnTo>
                <a:lnTo>
                  <a:pt x="1235211" y="875709"/>
                </a:lnTo>
                <a:lnTo>
                  <a:pt x="1227516" y="894286"/>
                </a:lnTo>
                <a:lnTo>
                  <a:pt x="1219241" y="912612"/>
                </a:lnTo>
                <a:lnTo>
                  <a:pt x="1210395" y="930670"/>
                </a:lnTo>
                <a:lnTo>
                  <a:pt x="1200986" y="948440"/>
                </a:lnTo>
                <a:lnTo>
                  <a:pt x="1191023" y="965907"/>
                </a:lnTo>
                <a:lnTo>
                  <a:pt x="1180517" y="983052"/>
                </a:lnTo>
                <a:lnTo>
                  <a:pt x="1169477" y="999858"/>
                </a:lnTo>
                <a:lnTo>
                  <a:pt x="1157915" y="1016309"/>
                </a:lnTo>
                <a:lnTo>
                  <a:pt x="1145842" y="1032389"/>
                </a:lnTo>
                <a:lnTo>
                  <a:pt x="1133270" y="1048082"/>
                </a:lnTo>
                <a:lnTo>
                  <a:pt x="1120211" y="1063372"/>
                </a:lnTo>
                <a:lnTo>
                  <a:pt x="1106678" y="1078244"/>
                </a:lnTo>
                <a:lnTo>
                  <a:pt x="1092684" y="1092684"/>
                </a:lnTo>
                <a:lnTo>
                  <a:pt x="1078244" y="1106678"/>
                </a:lnTo>
                <a:lnTo>
                  <a:pt x="1063372" y="1120211"/>
                </a:lnTo>
                <a:lnTo>
                  <a:pt x="1048082" y="1133270"/>
                </a:lnTo>
                <a:lnTo>
                  <a:pt x="1032389" y="1145842"/>
                </a:lnTo>
                <a:lnTo>
                  <a:pt x="1016309" y="1157915"/>
                </a:lnTo>
                <a:lnTo>
                  <a:pt x="999858" y="1169477"/>
                </a:lnTo>
                <a:lnTo>
                  <a:pt x="983052" y="1180517"/>
                </a:lnTo>
                <a:lnTo>
                  <a:pt x="965907" y="1191023"/>
                </a:lnTo>
                <a:lnTo>
                  <a:pt x="948440" y="1200986"/>
                </a:lnTo>
                <a:lnTo>
                  <a:pt x="930670" y="1210395"/>
                </a:lnTo>
                <a:lnTo>
                  <a:pt x="912612" y="1219241"/>
                </a:lnTo>
                <a:lnTo>
                  <a:pt x="894286" y="1227516"/>
                </a:lnTo>
                <a:lnTo>
                  <a:pt x="875709" y="1235211"/>
                </a:lnTo>
                <a:lnTo>
                  <a:pt x="856899" y="1242318"/>
                </a:lnTo>
                <a:lnTo>
                  <a:pt x="837875" y="1248832"/>
                </a:lnTo>
                <a:lnTo>
                  <a:pt x="818656" y="1254744"/>
                </a:lnTo>
                <a:lnTo>
                  <a:pt x="799261" y="1260050"/>
                </a:lnTo>
                <a:lnTo>
                  <a:pt x="779709" y="1264744"/>
                </a:lnTo>
                <a:lnTo>
                  <a:pt x="760019" y="1268822"/>
                </a:lnTo>
                <a:lnTo>
                  <a:pt x="740210" y="1272279"/>
                </a:lnTo>
                <a:lnTo>
                  <a:pt x="720303" y="1275112"/>
                </a:lnTo>
                <a:lnTo>
                  <a:pt x="700316" y="1277319"/>
                </a:lnTo>
                <a:lnTo>
                  <a:pt x="680270" y="1278896"/>
                </a:lnTo>
                <a:lnTo>
                  <a:pt x="660185" y="1279844"/>
                </a:lnTo>
                <a:lnTo>
                  <a:pt x="640080" y="1280160"/>
                </a:lnTo>
                <a:lnTo>
                  <a:pt x="619974" y="1279844"/>
                </a:lnTo>
                <a:lnTo>
                  <a:pt x="599889" y="1278896"/>
                </a:lnTo>
                <a:lnTo>
                  <a:pt x="579843" y="1277319"/>
                </a:lnTo>
                <a:lnTo>
                  <a:pt x="559856" y="1275112"/>
                </a:lnTo>
                <a:lnTo>
                  <a:pt x="539949" y="1272279"/>
                </a:lnTo>
                <a:lnTo>
                  <a:pt x="520140" y="1268822"/>
                </a:lnTo>
                <a:lnTo>
                  <a:pt x="500450" y="1264744"/>
                </a:lnTo>
                <a:lnTo>
                  <a:pt x="480898" y="1260050"/>
                </a:lnTo>
                <a:lnTo>
                  <a:pt x="461503" y="1254744"/>
                </a:lnTo>
                <a:lnTo>
                  <a:pt x="442284" y="1248832"/>
                </a:lnTo>
                <a:lnTo>
                  <a:pt x="423260" y="1242318"/>
                </a:lnTo>
                <a:lnTo>
                  <a:pt x="404450" y="1235211"/>
                </a:lnTo>
                <a:lnTo>
                  <a:pt x="385873" y="1227516"/>
                </a:lnTo>
                <a:lnTo>
                  <a:pt x="367547" y="1219241"/>
                </a:lnTo>
                <a:lnTo>
                  <a:pt x="349489" y="1210395"/>
                </a:lnTo>
                <a:lnTo>
                  <a:pt x="331719" y="1200986"/>
                </a:lnTo>
                <a:lnTo>
                  <a:pt x="314252" y="1191023"/>
                </a:lnTo>
                <a:lnTo>
                  <a:pt x="297107" y="1180517"/>
                </a:lnTo>
                <a:lnTo>
                  <a:pt x="280301" y="1169477"/>
                </a:lnTo>
                <a:lnTo>
                  <a:pt x="263850" y="1157915"/>
                </a:lnTo>
                <a:lnTo>
                  <a:pt x="247770" y="1145842"/>
                </a:lnTo>
                <a:lnTo>
                  <a:pt x="232077" y="1133270"/>
                </a:lnTo>
                <a:lnTo>
                  <a:pt x="216787" y="1120211"/>
                </a:lnTo>
                <a:lnTo>
                  <a:pt x="201915" y="1106678"/>
                </a:lnTo>
                <a:lnTo>
                  <a:pt x="187475" y="1092684"/>
                </a:lnTo>
                <a:lnTo>
                  <a:pt x="173481" y="1078244"/>
                </a:lnTo>
                <a:lnTo>
                  <a:pt x="159948" y="1063372"/>
                </a:lnTo>
                <a:lnTo>
                  <a:pt x="146889" y="1048082"/>
                </a:lnTo>
                <a:lnTo>
                  <a:pt x="134317" y="1032389"/>
                </a:lnTo>
                <a:lnTo>
                  <a:pt x="122244" y="1016309"/>
                </a:lnTo>
                <a:lnTo>
                  <a:pt x="110682" y="999858"/>
                </a:lnTo>
                <a:lnTo>
                  <a:pt x="99642" y="983052"/>
                </a:lnTo>
                <a:lnTo>
                  <a:pt x="89136" y="965907"/>
                </a:lnTo>
                <a:lnTo>
                  <a:pt x="79173" y="948440"/>
                </a:lnTo>
                <a:lnTo>
                  <a:pt x="69764" y="930670"/>
                </a:lnTo>
                <a:lnTo>
                  <a:pt x="60918" y="912612"/>
                </a:lnTo>
                <a:lnTo>
                  <a:pt x="52643" y="894286"/>
                </a:lnTo>
                <a:lnTo>
                  <a:pt x="44948" y="875709"/>
                </a:lnTo>
                <a:lnTo>
                  <a:pt x="37841" y="856899"/>
                </a:lnTo>
                <a:lnTo>
                  <a:pt x="31327" y="837875"/>
                </a:lnTo>
                <a:lnTo>
                  <a:pt x="25415" y="818656"/>
                </a:lnTo>
                <a:lnTo>
                  <a:pt x="20109" y="799261"/>
                </a:lnTo>
                <a:lnTo>
                  <a:pt x="15415" y="779709"/>
                </a:lnTo>
                <a:lnTo>
                  <a:pt x="11337" y="760019"/>
                </a:lnTo>
                <a:lnTo>
                  <a:pt x="7880" y="740210"/>
                </a:lnTo>
                <a:lnTo>
                  <a:pt x="5047" y="720303"/>
                </a:lnTo>
                <a:lnTo>
                  <a:pt x="2840" y="700316"/>
                </a:lnTo>
                <a:lnTo>
                  <a:pt x="1263" y="680270"/>
                </a:lnTo>
                <a:lnTo>
                  <a:pt x="315" y="660185"/>
                </a:lnTo>
                <a:lnTo>
                  <a:pt x="0" y="640080"/>
                </a:lnTo>
                <a:lnTo>
                  <a:pt x="315" y="619974"/>
                </a:lnTo>
                <a:lnTo>
                  <a:pt x="1263" y="599889"/>
                </a:lnTo>
                <a:lnTo>
                  <a:pt x="2840" y="579843"/>
                </a:lnTo>
                <a:lnTo>
                  <a:pt x="5047" y="559856"/>
                </a:lnTo>
                <a:lnTo>
                  <a:pt x="7880" y="539949"/>
                </a:lnTo>
                <a:lnTo>
                  <a:pt x="11337" y="520140"/>
                </a:lnTo>
                <a:lnTo>
                  <a:pt x="15415" y="500450"/>
                </a:lnTo>
                <a:lnTo>
                  <a:pt x="20109" y="480898"/>
                </a:lnTo>
                <a:lnTo>
                  <a:pt x="25415" y="461503"/>
                </a:lnTo>
                <a:lnTo>
                  <a:pt x="31327" y="442284"/>
                </a:lnTo>
                <a:lnTo>
                  <a:pt x="37841" y="423260"/>
                </a:lnTo>
                <a:lnTo>
                  <a:pt x="44948" y="404450"/>
                </a:lnTo>
                <a:lnTo>
                  <a:pt x="52643" y="385873"/>
                </a:lnTo>
                <a:lnTo>
                  <a:pt x="60918" y="367547"/>
                </a:lnTo>
                <a:lnTo>
                  <a:pt x="69764" y="349489"/>
                </a:lnTo>
                <a:lnTo>
                  <a:pt x="79173" y="331719"/>
                </a:lnTo>
                <a:lnTo>
                  <a:pt x="89136" y="314252"/>
                </a:lnTo>
                <a:lnTo>
                  <a:pt x="99642" y="297107"/>
                </a:lnTo>
                <a:lnTo>
                  <a:pt x="110682" y="280301"/>
                </a:lnTo>
                <a:lnTo>
                  <a:pt x="122244" y="263850"/>
                </a:lnTo>
                <a:lnTo>
                  <a:pt x="134317" y="247770"/>
                </a:lnTo>
                <a:lnTo>
                  <a:pt x="146889" y="232077"/>
                </a:lnTo>
                <a:lnTo>
                  <a:pt x="159948" y="216787"/>
                </a:lnTo>
                <a:lnTo>
                  <a:pt x="173481" y="201915"/>
                </a:lnTo>
                <a:lnTo>
                  <a:pt x="187475" y="187475"/>
                </a:lnTo>
                <a:lnTo>
                  <a:pt x="201915" y="173481"/>
                </a:lnTo>
                <a:lnTo>
                  <a:pt x="216787" y="159948"/>
                </a:lnTo>
                <a:lnTo>
                  <a:pt x="232077" y="146889"/>
                </a:lnTo>
                <a:lnTo>
                  <a:pt x="247770" y="134317"/>
                </a:lnTo>
                <a:lnTo>
                  <a:pt x="263850" y="122244"/>
                </a:lnTo>
                <a:lnTo>
                  <a:pt x="280301" y="110682"/>
                </a:lnTo>
                <a:lnTo>
                  <a:pt x="297107" y="99642"/>
                </a:lnTo>
                <a:lnTo>
                  <a:pt x="314252" y="89136"/>
                </a:lnTo>
                <a:lnTo>
                  <a:pt x="331719" y="79173"/>
                </a:lnTo>
                <a:lnTo>
                  <a:pt x="349489" y="69764"/>
                </a:lnTo>
                <a:lnTo>
                  <a:pt x="367547" y="60918"/>
                </a:lnTo>
                <a:lnTo>
                  <a:pt x="385873" y="52643"/>
                </a:lnTo>
                <a:lnTo>
                  <a:pt x="404450" y="44948"/>
                </a:lnTo>
                <a:lnTo>
                  <a:pt x="423260" y="37841"/>
                </a:lnTo>
                <a:lnTo>
                  <a:pt x="442284" y="31327"/>
                </a:lnTo>
                <a:lnTo>
                  <a:pt x="461503" y="25415"/>
                </a:lnTo>
                <a:lnTo>
                  <a:pt x="480898" y="20109"/>
                </a:lnTo>
                <a:lnTo>
                  <a:pt x="500450" y="15415"/>
                </a:lnTo>
                <a:lnTo>
                  <a:pt x="520140" y="11337"/>
                </a:lnTo>
                <a:lnTo>
                  <a:pt x="539949" y="7880"/>
                </a:lnTo>
                <a:lnTo>
                  <a:pt x="559856" y="5047"/>
                </a:lnTo>
                <a:lnTo>
                  <a:pt x="579843" y="2840"/>
                </a:lnTo>
                <a:lnTo>
                  <a:pt x="599889" y="1263"/>
                </a:lnTo>
                <a:lnTo>
                  <a:pt x="619974" y="315"/>
                </a:lnTo>
                <a:lnTo>
                  <a:pt x="640080" y="0"/>
                </a:lnTo>
              </a:path>
            </a:pathLst>
          </a:custGeom>
          <a:noFill/>
          <a:ln w="127000" cap="rnd">
            <a:solidFill>
              <a:srgbClr val="E5EBF0"/>
            </a:solidFill>
          </a:ln>
        </p:spPr>
      </p:sp>
      <p:sp>
        <p:nvSpPr>
          <p:cNvPr id="100" name="Editable vector 100"/>
          <p:cNvSpPr/>
          <p:nvPr/>
        </p:nvSpPr>
        <p:spPr>
          <a:xfrm>
            <a:off x="10082809" y="1447800"/>
            <a:ext cx="1276054" cy="1280096"/>
          </a:xfrm>
          <a:custGeom>
            <a:avLst/>
            <a:gdLst/>
            <a:ahLst/>
            <a:cxnLst/>
            <a:rect l="0" t="0" r="r" b="b"/>
            <a:pathLst>
              <a:path w="1276054" h="1280096" fill="none">
                <a:moveTo>
                  <a:pt x="635990" y="0"/>
                </a:moveTo>
                <a:lnTo>
                  <a:pt x="655613" y="300"/>
                </a:lnTo>
                <a:lnTo>
                  <a:pt x="675218" y="1203"/>
                </a:lnTo>
                <a:lnTo>
                  <a:pt x="694786" y="2706"/>
                </a:lnTo>
                <a:lnTo>
                  <a:pt x="714298" y="4808"/>
                </a:lnTo>
                <a:lnTo>
                  <a:pt x="733737" y="7507"/>
                </a:lnTo>
                <a:lnTo>
                  <a:pt x="753084" y="10801"/>
                </a:lnTo>
                <a:lnTo>
                  <a:pt x="772321" y="14686"/>
                </a:lnTo>
                <a:lnTo>
                  <a:pt x="791429" y="19160"/>
                </a:lnTo>
                <a:lnTo>
                  <a:pt x="810392" y="24217"/>
                </a:lnTo>
                <a:lnTo>
                  <a:pt x="829190" y="29853"/>
                </a:lnTo>
                <a:lnTo>
                  <a:pt x="847807" y="36063"/>
                </a:lnTo>
                <a:lnTo>
                  <a:pt x="866225" y="42841"/>
                </a:lnTo>
                <a:lnTo>
                  <a:pt x="884427" y="50180"/>
                </a:lnTo>
                <a:lnTo>
                  <a:pt x="902394" y="58073"/>
                </a:lnTo>
                <a:lnTo>
                  <a:pt x="920112" y="66514"/>
                </a:lnTo>
                <a:lnTo>
                  <a:pt x="937562" y="75494"/>
                </a:lnTo>
                <a:lnTo>
                  <a:pt x="954729" y="85005"/>
                </a:lnTo>
                <a:lnTo>
                  <a:pt x="971596" y="95037"/>
                </a:lnTo>
                <a:lnTo>
                  <a:pt x="988148" y="105582"/>
                </a:lnTo>
                <a:lnTo>
                  <a:pt x="1004369" y="116630"/>
                </a:lnTo>
                <a:lnTo>
                  <a:pt x="1020243" y="128169"/>
                </a:lnTo>
                <a:lnTo>
                  <a:pt x="1035756" y="140190"/>
                </a:lnTo>
                <a:lnTo>
                  <a:pt x="1050893" y="152680"/>
                </a:lnTo>
                <a:lnTo>
                  <a:pt x="1065641" y="165629"/>
                </a:lnTo>
                <a:lnTo>
                  <a:pt x="1079984" y="179024"/>
                </a:lnTo>
                <a:lnTo>
                  <a:pt x="1093910" y="192852"/>
                </a:lnTo>
                <a:lnTo>
                  <a:pt x="1107405" y="207101"/>
                </a:lnTo>
                <a:lnTo>
                  <a:pt x="1120458" y="221757"/>
                </a:lnTo>
                <a:lnTo>
                  <a:pt x="1133054" y="236806"/>
                </a:lnTo>
                <a:lnTo>
                  <a:pt x="1145184" y="252234"/>
                </a:lnTo>
                <a:lnTo>
                  <a:pt x="1156835" y="268027"/>
                </a:lnTo>
                <a:lnTo>
                  <a:pt x="1167996" y="284169"/>
                </a:lnTo>
                <a:lnTo>
                  <a:pt x="1178657" y="300646"/>
                </a:lnTo>
                <a:lnTo>
                  <a:pt x="1188808" y="317442"/>
                </a:lnTo>
                <a:lnTo>
                  <a:pt x="1198440" y="334542"/>
                </a:lnTo>
                <a:lnTo>
                  <a:pt x="1207542" y="351929"/>
                </a:lnTo>
                <a:lnTo>
                  <a:pt x="1216107" y="369586"/>
                </a:lnTo>
                <a:lnTo>
                  <a:pt x="1224127" y="387498"/>
                </a:lnTo>
                <a:lnTo>
                  <a:pt x="1231594" y="405647"/>
                </a:lnTo>
                <a:lnTo>
                  <a:pt x="1238501" y="424017"/>
                </a:lnTo>
                <a:lnTo>
                  <a:pt x="1244842" y="442590"/>
                </a:lnTo>
                <a:lnTo>
                  <a:pt x="1250610" y="461348"/>
                </a:lnTo>
                <a:lnTo>
                  <a:pt x="1255801" y="480275"/>
                </a:lnTo>
                <a:lnTo>
                  <a:pt x="1260408" y="499352"/>
                </a:lnTo>
                <a:lnTo>
                  <a:pt x="1264429" y="518561"/>
                </a:lnTo>
                <a:lnTo>
                  <a:pt x="1267859" y="537884"/>
                </a:lnTo>
                <a:lnTo>
                  <a:pt x="1270695" y="557303"/>
                </a:lnTo>
                <a:lnTo>
                  <a:pt x="1272935" y="576800"/>
                </a:lnTo>
                <a:lnTo>
                  <a:pt x="1274575" y="596357"/>
                </a:lnTo>
                <a:lnTo>
                  <a:pt x="1275615" y="615955"/>
                </a:lnTo>
                <a:lnTo>
                  <a:pt x="1276054" y="635575"/>
                </a:lnTo>
                <a:lnTo>
                  <a:pt x="1275892" y="655200"/>
                </a:lnTo>
                <a:lnTo>
                  <a:pt x="1275127" y="674810"/>
                </a:lnTo>
                <a:lnTo>
                  <a:pt x="1273762" y="694388"/>
                </a:lnTo>
                <a:lnTo>
                  <a:pt x="1271797" y="713915"/>
                </a:lnTo>
                <a:lnTo>
                  <a:pt x="1269235" y="733372"/>
                </a:lnTo>
                <a:lnTo>
                  <a:pt x="1266077" y="752742"/>
                </a:lnTo>
                <a:lnTo>
                  <a:pt x="1262327" y="772005"/>
                </a:lnTo>
                <a:lnTo>
                  <a:pt x="1257988" y="791145"/>
                </a:lnTo>
                <a:lnTo>
                  <a:pt x="1253065" y="810143"/>
                </a:lnTo>
                <a:lnTo>
                  <a:pt x="1247561" y="828981"/>
                </a:lnTo>
                <a:lnTo>
                  <a:pt x="1241482" y="847641"/>
                </a:lnTo>
                <a:lnTo>
                  <a:pt x="1234834" y="866106"/>
                </a:lnTo>
                <a:lnTo>
                  <a:pt x="1227624" y="884359"/>
                </a:lnTo>
                <a:lnTo>
                  <a:pt x="1219857" y="902382"/>
                </a:lnTo>
                <a:lnTo>
                  <a:pt x="1211541" y="920158"/>
                </a:lnTo>
                <a:lnTo>
                  <a:pt x="1202684" y="937671"/>
                </a:lnTo>
                <a:lnTo>
                  <a:pt x="1193294" y="954904"/>
                </a:lnTo>
                <a:lnTo>
                  <a:pt x="1183381" y="971842"/>
                </a:lnTo>
                <a:lnTo>
                  <a:pt x="1172952" y="988467"/>
                </a:lnTo>
                <a:lnTo>
                  <a:pt x="1162020" y="1004765"/>
                </a:lnTo>
                <a:lnTo>
                  <a:pt x="1150592" y="1020720"/>
                </a:lnTo>
                <a:lnTo>
                  <a:pt x="1138681" y="1036318"/>
                </a:lnTo>
                <a:lnTo>
                  <a:pt x="1126297" y="1051542"/>
                </a:lnTo>
                <a:lnTo>
                  <a:pt x="1113452" y="1066380"/>
                </a:lnTo>
                <a:lnTo>
                  <a:pt x="1100159" y="1080818"/>
                </a:lnTo>
                <a:lnTo>
                  <a:pt x="1086429" y="1094841"/>
                </a:lnTo>
                <a:lnTo>
                  <a:pt x="1072275" y="1108436"/>
                </a:lnTo>
                <a:lnTo>
                  <a:pt x="1057712" y="1121591"/>
                </a:lnTo>
                <a:lnTo>
                  <a:pt x="1042752" y="1134293"/>
                </a:lnTo>
                <a:lnTo>
                  <a:pt x="1027409" y="1146531"/>
                </a:lnTo>
                <a:lnTo>
                  <a:pt x="1011699" y="1158293"/>
                </a:lnTo>
                <a:lnTo>
                  <a:pt x="995635" y="1169568"/>
                </a:lnTo>
                <a:lnTo>
                  <a:pt x="979234" y="1180344"/>
                </a:lnTo>
                <a:lnTo>
                  <a:pt x="962510" y="1190613"/>
                </a:lnTo>
                <a:lnTo>
                  <a:pt x="945478" y="1200365"/>
                </a:lnTo>
                <a:lnTo>
                  <a:pt x="928156" y="1209589"/>
                </a:lnTo>
                <a:lnTo>
                  <a:pt x="910559" y="1218279"/>
                </a:lnTo>
                <a:lnTo>
                  <a:pt x="892704" y="1226424"/>
                </a:lnTo>
                <a:lnTo>
                  <a:pt x="874608" y="1234019"/>
                </a:lnTo>
                <a:lnTo>
                  <a:pt x="856287" y="1241055"/>
                </a:lnTo>
                <a:lnTo>
                  <a:pt x="837759" y="1247526"/>
                </a:lnTo>
                <a:lnTo>
                  <a:pt x="819042" y="1253426"/>
                </a:lnTo>
                <a:lnTo>
                  <a:pt x="800153" y="1258750"/>
                </a:lnTo>
                <a:lnTo>
                  <a:pt x="781109" y="1263492"/>
                </a:lnTo>
                <a:lnTo>
                  <a:pt x="761928" y="1267648"/>
                </a:lnTo>
                <a:lnTo>
                  <a:pt x="742630" y="1271214"/>
                </a:lnTo>
                <a:lnTo>
                  <a:pt x="723231" y="1274186"/>
                </a:lnTo>
                <a:lnTo>
                  <a:pt x="703750" y="1276563"/>
                </a:lnTo>
                <a:lnTo>
                  <a:pt x="684205" y="1278341"/>
                </a:lnTo>
                <a:lnTo>
                  <a:pt x="664615" y="1279519"/>
                </a:lnTo>
                <a:lnTo>
                  <a:pt x="644999" y="1280096"/>
                </a:lnTo>
                <a:lnTo>
                  <a:pt x="625373" y="1280071"/>
                </a:lnTo>
                <a:lnTo>
                  <a:pt x="605758" y="1279445"/>
                </a:lnTo>
                <a:lnTo>
                  <a:pt x="586171" y="1278218"/>
                </a:lnTo>
                <a:lnTo>
                  <a:pt x="566631" y="1276391"/>
                </a:lnTo>
                <a:lnTo>
                  <a:pt x="547156" y="1273965"/>
                </a:lnTo>
                <a:lnTo>
                  <a:pt x="527765" y="1270944"/>
                </a:lnTo>
                <a:lnTo>
                  <a:pt x="508475" y="1267329"/>
                </a:lnTo>
                <a:lnTo>
                  <a:pt x="489305" y="1263125"/>
                </a:lnTo>
                <a:lnTo>
                  <a:pt x="470274" y="1258335"/>
                </a:lnTo>
                <a:lnTo>
                  <a:pt x="451397" y="1252964"/>
                </a:lnTo>
                <a:lnTo>
                  <a:pt x="432695" y="1247017"/>
                </a:lnTo>
                <a:lnTo>
                  <a:pt x="414184" y="1240500"/>
                </a:lnTo>
                <a:lnTo>
                  <a:pt x="395881" y="1233417"/>
                </a:lnTo>
                <a:lnTo>
                  <a:pt x="377803" y="1225777"/>
                </a:lnTo>
                <a:lnTo>
                  <a:pt x="359969" y="1217587"/>
                </a:lnTo>
                <a:lnTo>
                  <a:pt x="342394" y="1208853"/>
                </a:lnTo>
                <a:lnTo>
                  <a:pt x="325095" y="1199585"/>
                </a:lnTo>
                <a:lnTo>
                  <a:pt x="308088" y="1189791"/>
                </a:lnTo>
                <a:lnTo>
                  <a:pt x="291390" y="1179480"/>
                </a:lnTo>
                <a:lnTo>
                  <a:pt x="275015" y="1168662"/>
                </a:lnTo>
                <a:lnTo>
                  <a:pt x="258980" y="1157347"/>
                </a:lnTo>
                <a:lnTo>
                  <a:pt x="243299" y="1145546"/>
                </a:lnTo>
                <a:lnTo>
                  <a:pt x="227988" y="1133270"/>
                </a:lnTo>
                <a:lnTo>
                  <a:pt x="213060" y="1120530"/>
                </a:lnTo>
                <a:lnTo>
                  <a:pt x="198529" y="1107338"/>
                </a:lnTo>
                <a:lnTo>
                  <a:pt x="184410" y="1093707"/>
                </a:lnTo>
                <a:lnTo>
                  <a:pt x="170716" y="1079650"/>
                </a:lnTo>
                <a:lnTo>
                  <a:pt x="157458" y="1065179"/>
                </a:lnTo>
                <a:lnTo>
                  <a:pt x="144651" y="1050309"/>
                </a:lnTo>
                <a:lnTo>
                  <a:pt x="132305" y="1035053"/>
                </a:lnTo>
                <a:lnTo>
                  <a:pt x="120433" y="1019426"/>
                </a:lnTo>
                <a:lnTo>
                  <a:pt x="109046" y="1003442"/>
                </a:lnTo>
                <a:lnTo>
                  <a:pt x="98154" y="987117"/>
                </a:lnTo>
                <a:lnTo>
                  <a:pt x="87768" y="970465"/>
                </a:lnTo>
                <a:lnTo>
                  <a:pt x="77897" y="953503"/>
                </a:lnTo>
                <a:lnTo>
                  <a:pt x="68550" y="936246"/>
                </a:lnTo>
                <a:lnTo>
                  <a:pt x="59738" y="918710"/>
                </a:lnTo>
                <a:lnTo>
                  <a:pt x="51466" y="900913"/>
                </a:lnTo>
                <a:lnTo>
                  <a:pt x="43745" y="882871"/>
                </a:lnTo>
                <a:lnTo>
                  <a:pt x="36580" y="864600"/>
                </a:lnTo>
                <a:lnTo>
                  <a:pt x="29978" y="846118"/>
                </a:lnTo>
                <a:lnTo>
                  <a:pt x="23947" y="827443"/>
                </a:lnTo>
                <a:lnTo>
                  <a:pt x="18490" y="808591"/>
                </a:lnTo>
                <a:lnTo>
                  <a:pt x="13614" y="789581"/>
                </a:lnTo>
                <a:lnTo>
                  <a:pt x="9324" y="770431"/>
                </a:lnTo>
                <a:lnTo>
                  <a:pt x="5622" y="751158"/>
                </a:lnTo>
                <a:lnTo>
                  <a:pt x="2513" y="731780"/>
                </a:lnTo>
                <a:lnTo>
                  <a:pt x="0" y="712317"/>
                </a:lnTo>
              </a:path>
            </a:pathLst>
          </a:custGeom>
          <a:noFill/>
          <a:ln w="127000" cap="rnd">
            <a:solidFill>
              <a:srgbClr val="0072B2"/>
            </a:solidFill>
          </a:ln>
        </p:spPr>
      </p:sp>
      <p:sp>
        <p:nvSpPr>
          <p:cNvPr id="101" name="183"/>
          <p:cNvSpPr txBox="1"/>
          <p:nvPr/>
        </p:nvSpPr>
        <p:spPr>
          <a:xfrm>
            <a:off x="10109200" y="1844040"/>
            <a:ext cx="1219200" cy="548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2880" b="1" lang="en-US">
                <a:solidFill>
                  <a:srgbClr val="0072B2"/>
                </a:solidFill>
                <a:latin typeface="Arial"/>
              </a:rPr>
              <a:t>183</a:t>
            </a:r>
          </a:p>
        </p:txBody>
      </p:sp>
      <p:sp>
        <p:nvSpPr>
          <p:cNvPr id="102" name="of 250"/>
          <p:cNvSpPr txBox="1"/>
          <p:nvPr/>
        </p:nvSpPr>
        <p:spPr>
          <a:xfrm>
            <a:off x="10134600" y="2275840"/>
            <a:ext cx="11684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of 250</a:t>
            </a:r>
          </a:p>
        </p:txBody>
      </p:sp>
      <p:sp>
        <p:nvSpPr>
          <p:cNvPr id="103" name="73.2% pass Stage 8"/>
          <p:cNvSpPr txBox="1"/>
          <p:nvPr/>
        </p:nvSpPr>
        <p:spPr>
          <a:xfrm>
            <a:off x="9448800" y="286004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73.2% pass Stage 8</a:t>
            </a:r>
          </a:p>
        </p:txBody>
      </p:sp>
      <p:sp>
        <p:nvSpPr>
          <p:cNvPr id="104" name="AlphaFold2 / ColabFold"/>
          <p:cNvSpPr txBox="1"/>
          <p:nvPr/>
        </p:nvSpPr>
        <p:spPr>
          <a:xfrm>
            <a:off x="9448800" y="3098800"/>
            <a:ext cx="254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AlphaFold2 / ColabFold</a:t>
            </a:r>
          </a:p>
        </p:txBody>
      </p:sp>
      <p:sp>
        <p:nvSpPr>
          <p:cNvPr id="105" name="Editable vector 105"/>
          <p:cNvSpPr/>
          <p:nvPr/>
        </p:nvSpPr>
        <p:spPr>
          <a:xfrm>
            <a:off x="8966200" y="2184400"/>
            <a:ext cx="558800" cy="5080"/>
          </a:xfrm>
          <a:custGeom>
            <a:avLst/>
            <a:gdLst/>
            <a:ahLst/>
            <a:cxnLst/>
            <a:rect l="0" t="0" r="r" b="b"/>
            <a:pathLst>
              <a:path w="558800" h="5080" fill="none">
                <a:moveTo>
                  <a:pt x="0" y="0"/>
                </a:moveTo>
                <a:lnTo>
                  <a:pt x="55880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106" name="Editable vector 106"/>
          <p:cNvSpPr/>
          <p:nvPr/>
        </p:nvSpPr>
        <p:spPr>
          <a:xfrm>
            <a:off x="9462109" y="21413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107" name="Editable vector 107"/>
          <p:cNvSpPr/>
          <p:nvPr/>
        </p:nvSpPr>
        <p:spPr>
          <a:xfrm>
            <a:off x="381000" y="3525520"/>
            <a:ext cx="11430000" cy="5080"/>
          </a:xfrm>
          <a:custGeom>
            <a:avLst/>
            <a:gdLst/>
            <a:ahLst/>
            <a:cxnLst/>
            <a:rect l="0" t="0" r="r" b="b"/>
            <a:pathLst>
              <a:path w="11430000" h="5080" fill="none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108" name="a  Per-arm folding confidence"/>
          <p:cNvSpPr txBox="1"/>
          <p:nvPr/>
        </p:nvSpPr>
        <p:spPr>
          <a:xfrm>
            <a:off x="406400" y="3677920"/>
            <a:ext cx="237236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1" lang="en-US">
                <a:solidFill>
                  <a:srgbClr val="17324D"/>
                </a:solidFill>
                <a:latin typeface="Arial"/>
              </a:rPr>
              <a:t>a  Per-arm folding confidence</a:t>
            </a:r>
          </a:p>
        </p:txBody>
      </p:sp>
      <p:sp>
        <p:nvSpPr>
          <p:cNvPr id="109" name="b  Whole-fusion confidence and uncertainty"/>
          <p:cNvSpPr txBox="1"/>
          <p:nvPr/>
        </p:nvSpPr>
        <p:spPr>
          <a:xfrm>
            <a:off x="6502400" y="3677920"/>
            <a:ext cx="34848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1" lang="en-US">
                <a:solidFill>
                  <a:srgbClr val="17324D"/>
                </a:solidFill>
                <a:latin typeface="Arial"/>
              </a:rPr>
              <a:t>b  Whole-fusion confidence and uncertainty</a:t>
            </a:r>
          </a:p>
        </p:txBody>
      </p:sp>
      <p:sp>
        <p:nvSpPr>
          <p:cNvPr id="110" name="Editable shape 110"/>
          <p:cNvSpPr/>
          <p:nvPr/>
        </p:nvSpPr>
        <p:spPr>
          <a:xfrm>
            <a:off x="406400" y="3977640"/>
            <a:ext cx="76200" cy="7620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11" name="Pass (183)"/>
          <p:cNvSpPr txBox="1"/>
          <p:nvPr/>
        </p:nvSpPr>
        <p:spPr>
          <a:xfrm>
            <a:off x="533400" y="3926840"/>
            <a:ext cx="84836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Pass (183)</a:t>
            </a:r>
          </a:p>
        </p:txBody>
      </p:sp>
      <p:sp>
        <p:nvSpPr>
          <p:cNvPr id="112" name="Editable shape 112"/>
          <p:cNvSpPr/>
          <p:nvPr/>
        </p:nvSpPr>
        <p:spPr>
          <a:xfrm>
            <a:off x="1676400" y="3977640"/>
            <a:ext cx="76200" cy="76200"/>
          </a:xfrm>
          <a:prstGeom prst="ellipse">
            <a:avLst/>
          </a:prstGeom>
          <a:solidFill>
            <a:srgbClr val="A8B1BA"/>
          </a:solidFill>
          <a:ln>
            <a:noFill/>
          </a:ln>
        </p:spPr>
      </p:sp>
      <p:sp>
        <p:nvSpPr>
          <p:cNvPr id="113" name="Fail (67)"/>
          <p:cNvSpPr txBox="1"/>
          <p:nvPr/>
        </p:nvSpPr>
        <p:spPr>
          <a:xfrm>
            <a:off x="1803400" y="3926840"/>
            <a:ext cx="64516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Fail (67)</a:t>
            </a:r>
          </a:p>
        </p:txBody>
      </p:sp>
      <p:sp>
        <p:nvSpPr>
          <p:cNvPr id="114" name="All 250 designs"/>
          <p:cNvSpPr txBox="1"/>
          <p:nvPr/>
        </p:nvSpPr>
        <p:spPr>
          <a:xfrm>
            <a:off x="3886200" y="3926840"/>
            <a:ext cx="11633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All 250 designs</a:t>
            </a:r>
          </a:p>
        </p:txBody>
      </p:sp>
      <p:sp>
        <p:nvSpPr>
          <p:cNvPr id="115" name="Inter-domain PAE (Å)"/>
          <p:cNvSpPr txBox="1"/>
          <p:nvPr/>
        </p:nvSpPr>
        <p:spPr>
          <a:xfrm>
            <a:off x="6502400" y="3926840"/>
            <a:ext cx="1615281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17324D"/>
                </a:solidFill>
                <a:latin typeface="Arial"/>
              </a:rPr>
              <a:t>Inter-domain PAE (Å)</a:t>
            </a:r>
          </a:p>
        </p:txBody>
      </p:sp>
      <p:sp>
        <p:nvSpPr>
          <p:cNvPr id="116" name="Aβ42 arm pLDDT"/>
          <p:cNvSpPr txBox="1"/>
          <p:nvPr/>
        </p:nvSpPr>
        <p:spPr>
          <a:xfrm>
            <a:off x="406400" y="4180840"/>
            <a:ext cx="133604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17324D"/>
                </a:solidFill>
                <a:latin typeface="Arial"/>
              </a:rPr>
              <a:t>Aβ42 arm pLDDT</a:t>
            </a:r>
          </a:p>
        </p:txBody>
      </p:sp>
      <p:sp>
        <p:nvSpPr>
          <p:cNvPr id="117" name="Editable shape 117"/>
          <p:cNvSpPr/>
          <p:nvPr/>
        </p:nvSpPr>
        <p:spPr>
          <a:xfrm>
            <a:off x="4318000" y="4480560"/>
            <a:ext cx="1371600" cy="396240"/>
          </a:xfrm>
          <a:prstGeom prst="rect">
            <a:avLst/>
          </a:prstGeom>
          <a:solidFill>
            <a:srgbClr val="F1F6FA"/>
          </a:solidFill>
          <a:ln>
            <a:noFill/>
          </a:ln>
        </p:spPr>
      </p:sp>
      <p:sp>
        <p:nvSpPr>
          <p:cNvPr id="118" name="Editable vector 118"/>
          <p:cNvSpPr/>
          <p:nvPr/>
        </p:nvSpPr>
        <p:spPr>
          <a:xfrm>
            <a:off x="1574800" y="4480560"/>
            <a:ext cx="5080" cy="1386840"/>
          </a:xfrm>
          <a:custGeom>
            <a:avLst/>
            <a:gdLst/>
            <a:ahLst/>
            <a:cxnLst/>
            <a:rect l="0" t="0" r="r" b="b"/>
            <a:pathLst>
              <a:path w="5080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19" name="40"/>
          <p:cNvSpPr txBox="1"/>
          <p:nvPr/>
        </p:nvSpPr>
        <p:spPr>
          <a:xfrm>
            <a:off x="1270000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40</a:t>
            </a:r>
          </a:p>
        </p:txBody>
      </p:sp>
      <p:sp>
        <p:nvSpPr>
          <p:cNvPr id="120" name="Editable vector 120"/>
          <p:cNvSpPr/>
          <p:nvPr/>
        </p:nvSpPr>
        <p:spPr>
          <a:xfrm>
            <a:off x="2946400" y="4480560"/>
            <a:ext cx="5080" cy="1386840"/>
          </a:xfrm>
          <a:custGeom>
            <a:avLst/>
            <a:gdLst/>
            <a:ahLst/>
            <a:cxnLst/>
            <a:rect l="0" t="0" r="r" b="b"/>
            <a:pathLst>
              <a:path w="5080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21" name="60"/>
          <p:cNvSpPr txBox="1"/>
          <p:nvPr/>
        </p:nvSpPr>
        <p:spPr>
          <a:xfrm>
            <a:off x="2641600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60</a:t>
            </a:r>
          </a:p>
        </p:txBody>
      </p:sp>
      <p:sp>
        <p:nvSpPr>
          <p:cNvPr id="122" name="Editable vector 122"/>
          <p:cNvSpPr/>
          <p:nvPr/>
        </p:nvSpPr>
        <p:spPr>
          <a:xfrm>
            <a:off x="4318000" y="4480560"/>
            <a:ext cx="5080" cy="1386840"/>
          </a:xfrm>
          <a:custGeom>
            <a:avLst/>
            <a:gdLst/>
            <a:ahLst/>
            <a:cxnLst/>
            <a:rect l="0" t="0" r="r" b="b"/>
            <a:pathLst>
              <a:path w="5080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23" name="80"/>
          <p:cNvSpPr txBox="1"/>
          <p:nvPr/>
        </p:nvSpPr>
        <p:spPr>
          <a:xfrm>
            <a:off x="4013200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80</a:t>
            </a:r>
          </a:p>
        </p:txBody>
      </p:sp>
      <p:sp>
        <p:nvSpPr>
          <p:cNvPr id="124" name="Editable vector 124"/>
          <p:cNvSpPr/>
          <p:nvPr/>
        </p:nvSpPr>
        <p:spPr>
          <a:xfrm>
            <a:off x="5689600" y="4480560"/>
            <a:ext cx="5080" cy="1386840"/>
          </a:xfrm>
          <a:custGeom>
            <a:avLst/>
            <a:gdLst/>
            <a:ahLst/>
            <a:cxnLst/>
            <a:rect l="0" t="0" r="r" b="b"/>
            <a:pathLst>
              <a:path w="5080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25" name="100"/>
          <p:cNvSpPr txBox="1"/>
          <p:nvPr/>
        </p:nvSpPr>
        <p:spPr>
          <a:xfrm>
            <a:off x="5384800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100</a:t>
            </a:r>
          </a:p>
        </p:txBody>
      </p:sp>
      <p:sp>
        <p:nvSpPr>
          <p:cNvPr id="126" name="Editable vector 126"/>
          <p:cNvSpPr/>
          <p:nvPr/>
        </p:nvSpPr>
        <p:spPr>
          <a:xfrm>
            <a:off x="889000" y="5669280"/>
            <a:ext cx="4800600" cy="5080"/>
          </a:xfrm>
          <a:custGeom>
            <a:avLst/>
            <a:gdLst/>
            <a:ahLst/>
            <a:cxnLst/>
            <a:rect l="0" t="0" r="r" b="b"/>
            <a:pathLst>
              <a:path w="4800600" h="5080" fill="none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27" name="40"/>
          <p:cNvSpPr txBox="1"/>
          <p:nvPr/>
        </p:nvSpPr>
        <p:spPr>
          <a:xfrm>
            <a:off x="523240" y="5598160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40</a:t>
            </a:r>
          </a:p>
        </p:txBody>
      </p:sp>
      <p:sp>
        <p:nvSpPr>
          <p:cNvPr id="128" name="Editable vector 128"/>
          <p:cNvSpPr/>
          <p:nvPr/>
        </p:nvSpPr>
        <p:spPr>
          <a:xfrm>
            <a:off x="889000" y="5273040"/>
            <a:ext cx="4800600" cy="5080"/>
          </a:xfrm>
          <a:custGeom>
            <a:avLst/>
            <a:gdLst/>
            <a:ahLst/>
            <a:cxnLst/>
            <a:rect l="0" t="0" r="r" b="b"/>
            <a:pathLst>
              <a:path w="4800600" h="5080" fill="none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29" name="60"/>
          <p:cNvSpPr txBox="1"/>
          <p:nvPr/>
        </p:nvSpPr>
        <p:spPr>
          <a:xfrm>
            <a:off x="523240" y="5201920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60</a:t>
            </a:r>
          </a:p>
        </p:txBody>
      </p:sp>
      <p:sp>
        <p:nvSpPr>
          <p:cNvPr id="130" name="Editable vector 130"/>
          <p:cNvSpPr/>
          <p:nvPr/>
        </p:nvSpPr>
        <p:spPr>
          <a:xfrm>
            <a:off x="889000" y="4876800"/>
            <a:ext cx="4800600" cy="5080"/>
          </a:xfrm>
          <a:custGeom>
            <a:avLst/>
            <a:gdLst/>
            <a:ahLst/>
            <a:cxnLst/>
            <a:rect l="0" t="0" r="r" b="b"/>
            <a:pathLst>
              <a:path w="4800600" h="5080" fill="none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31" name="80"/>
          <p:cNvSpPr txBox="1"/>
          <p:nvPr/>
        </p:nvSpPr>
        <p:spPr>
          <a:xfrm>
            <a:off x="523240" y="4805680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80</a:t>
            </a:r>
          </a:p>
        </p:txBody>
      </p:sp>
      <p:sp>
        <p:nvSpPr>
          <p:cNvPr id="132" name="Editable vector 132"/>
          <p:cNvSpPr/>
          <p:nvPr/>
        </p:nvSpPr>
        <p:spPr>
          <a:xfrm>
            <a:off x="889000" y="4480560"/>
            <a:ext cx="4800600" cy="5080"/>
          </a:xfrm>
          <a:custGeom>
            <a:avLst/>
            <a:gdLst/>
            <a:ahLst/>
            <a:cxnLst/>
            <a:rect l="0" t="0" r="r" b="b"/>
            <a:pathLst>
              <a:path w="4800600" h="5080" fill="none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133" name="100"/>
          <p:cNvSpPr txBox="1"/>
          <p:nvPr/>
        </p:nvSpPr>
        <p:spPr>
          <a:xfrm>
            <a:off x="523240" y="4409440"/>
            <a:ext cx="31496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100</a:t>
            </a:r>
          </a:p>
        </p:txBody>
      </p:sp>
      <p:sp>
        <p:nvSpPr>
          <p:cNvPr id="134" name="Editable vector 134"/>
          <p:cNvSpPr/>
          <p:nvPr/>
        </p:nvSpPr>
        <p:spPr>
          <a:xfrm>
            <a:off x="4318000" y="448056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35" name="Editable vector 135"/>
          <p:cNvSpPr/>
          <p:nvPr/>
        </p:nvSpPr>
        <p:spPr>
          <a:xfrm>
            <a:off x="4318000" y="457200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36" name="Editable vector 136"/>
          <p:cNvSpPr/>
          <p:nvPr/>
        </p:nvSpPr>
        <p:spPr>
          <a:xfrm>
            <a:off x="4318000" y="466344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37" name="Editable vector 137"/>
          <p:cNvSpPr/>
          <p:nvPr/>
        </p:nvSpPr>
        <p:spPr>
          <a:xfrm>
            <a:off x="4318000" y="475488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38" name="Editable vector 138"/>
          <p:cNvSpPr/>
          <p:nvPr/>
        </p:nvSpPr>
        <p:spPr>
          <a:xfrm>
            <a:off x="4318000" y="484632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39" name="Editable vector 139"/>
          <p:cNvSpPr/>
          <p:nvPr/>
        </p:nvSpPr>
        <p:spPr>
          <a:xfrm>
            <a:off x="4318000" y="493776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0" name="Editable vector 140"/>
          <p:cNvSpPr/>
          <p:nvPr/>
        </p:nvSpPr>
        <p:spPr>
          <a:xfrm>
            <a:off x="4318000" y="502920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1" name="Editable vector 141"/>
          <p:cNvSpPr/>
          <p:nvPr/>
        </p:nvSpPr>
        <p:spPr>
          <a:xfrm>
            <a:off x="4318000" y="512064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2" name="Editable vector 142"/>
          <p:cNvSpPr/>
          <p:nvPr/>
        </p:nvSpPr>
        <p:spPr>
          <a:xfrm>
            <a:off x="4318000" y="521208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3" name="Editable vector 143"/>
          <p:cNvSpPr/>
          <p:nvPr/>
        </p:nvSpPr>
        <p:spPr>
          <a:xfrm>
            <a:off x="4318000" y="530352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4" name="Editable vector 144"/>
          <p:cNvSpPr/>
          <p:nvPr/>
        </p:nvSpPr>
        <p:spPr>
          <a:xfrm>
            <a:off x="4318000" y="539496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5" name="Editable vector 145"/>
          <p:cNvSpPr/>
          <p:nvPr/>
        </p:nvSpPr>
        <p:spPr>
          <a:xfrm>
            <a:off x="4318000" y="548640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6" name="Editable vector 146"/>
          <p:cNvSpPr/>
          <p:nvPr/>
        </p:nvSpPr>
        <p:spPr>
          <a:xfrm>
            <a:off x="4318000" y="557784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7" name="Editable vector 147"/>
          <p:cNvSpPr/>
          <p:nvPr/>
        </p:nvSpPr>
        <p:spPr>
          <a:xfrm>
            <a:off x="4318000" y="566928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8" name="Editable vector 148"/>
          <p:cNvSpPr/>
          <p:nvPr/>
        </p:nvSpPr>
        <p:spPr>
          <a:xfrm>
            <a:off x="4318000" y="5760720"/>
            <a:ext cx="5080" cy="50800"/>
          </a:xfrm>
          <a:custGeom>
            <a:avLst/>
            <a:gdLst/>
            <a:ahLst/>
            <a:cxnLst/>
            <a:rect l="0" t="0" r="r" b="b"/>
            <a:pathLst>
              <a:path w="5080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49" name="Editable vector 149"/>
          <p:cNvSpPr/>
          <p:nvPr/>
        </p:nvSpPr>
        <p:spPr>
          <a:xfrm>
            <a:off x="4318000" y="5852160"/>
            <a:ext cx="5080" cy="15240"/>
          </a:xfrm>
          <a:custGeom>
            <a:avLst/>
            <a:gdLst/>
            <a:ahLst/>
            <a:cxnLst/>
            <a:rect l="0" t="0" r="r" b="b"/>
            <a:pathLst>
              <a:path w="5080" h="15240" fill="none">
                <a:moveTo>
                  <a:pt x="0" y="0"/>
                </a:moveTo>
                <a:lnTo>
                  <a:pt x="0" y="1524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0" name="Editable vector 150"/>
          <p:cNvSpPr/>
          <p:nvPr/>
        </p:nvSpPr>
        <p:spPr>
          <a:xfrm>
            <a:off x="8890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1" name="Editable vector 151"/>
          <p:cNvSpPr/>
          <p:nvPr/>
        </p:nvSpPr>
        <p:spPr>
          <a:xfrm>
            <a:off x="9804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2" name="Editable vector 152"/>
          <p:cNvSpPr/>
          <p:nvPr/>
        </p:nvSpPr>
        <p:spPr>
          <a:xfrm>
            <a:off x="10718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3" name="Editable vector 153"/>
          <p:cNvSpPr/>
          <p:nvPr/>
        </p:nvSpPr>
        <p:spPr>
          <a:xfrm>
            <a:off x="11633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4" name="Editable vector 154"/>
          <p:cNvSpPr/>
          <p:nvPr/>
        </p:nvSpPr>
        <p:spPr>
          <a:xfrm>
            <a:off x="12547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5" name="Editable vector 155"/>
          <p:cNvSpPr/>
          <p:nvPr/>
        </p:nvSpPr>
        <p:spPr>
          <a:xfrm>
            <a:off x="13462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6" name="Editable vector 156"/>
          <p:cNvSpPr/>
          <p:nvPr/>
        </p:nvSpPr>
        <p:spPr>
          <a:xfrm>
            <a:off x="14376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7" name="Editable vector 157"/>
          <p:cNvSpPr/>
          <p:nvPr/>
        </p:nvSpPr>
        <p:spPr>
          <a:xfrm>
            <a:off x="15290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8" name="Editable vector 158"/>
          <p:cNvSpPr/>
          <p:nvPr/>
        </p:nvSpPr>
        <p:spPr>
          <a:xfrm>
            <a:off x="16205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59" name="Editable vector 159"/>
          <p:cNvSpPr/>
          <p:nvPr/>
        </p:nvSpPr>
        <p:spPr>
          <a:xfrm>
            <a:off x="17119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0" name="Editable vector 160"/>
          <p:cNvSpPr/>
          <p:nvPr/>
        </p:nvSpPr>
        <p:spPr>
          <a:xfrm>
            <a:off x="18034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1" name="Editable vector 161"/>
          <p:cNvSpPr/>
          <p:nvPr/>
        </p:nvSpPr>
        <p:spPr>
          <a:xfrm>
            <a:off x="18948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2" name="Editable vector 162"/>
          <p:cNvSpPr/>
          <p:nvPr/>
        </p:nvSpPr>
        <p:spPr>
          <a:xfrm>
            <a:off x="19862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3" name="Editable vector 163"/>
          <p:cNvSpPr/>
          <p:nvPr/>
        </p:nvSpPr>
        <p:spPr>
          <a:xfrm>
            <a:off x="20777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4" name="Editable vector 164"/>
          <p:cNvSpPr/>
          <p:nvPr/>
        </p:nvSpPr>
        <p:spPr>
          <a:xfrm>
            <a:off x="21691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5" name="Editable vector 165"/>
          <p:cNvSpPr/>
          <p:nvPr/>
        </p:nvSpPr>
        <p:spPr>
          <a:xfrm>
            <a:off x="22606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6" name="Editable vector 166"/>
          <p:cNvSpPr/>
          <p:nvPr/>
        </p:nvSpPr>
        <p:spPr>
          <a:xfrm>
            <a:off x="23520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7" name="Editable vector 167"/>
          <p:cNvSpPr/>
          <p:nvPr/>
        </p:nvSpPr>
        <p:spPr>
          <a:xfrm>
            <a:off x="24434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8" name="Editable vector 168"/>
          <p:cNvSpPr/>
          <p:nvPr/>
        </p:nvSpPr>
        <p:spPr>
          <a:xfrm>
            <a:off x="25349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9" name="Editable vector 169"/>
          <p:cNvSpPr/>
          <p:nvPr/>
        </p:nvSpPr>
        <p:spPr>
          <a:xfrm>
            <a:off x="26263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0" name="Editable vector 170"/>
          <p:cNvSpPr/>
          <p:nvPr/>
        </p:nvSpPr>
        <p:spPr>
          <a:xfrm>
            <a:off x="27178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1" name="Editable vector 171"/>
          <p:cNvSpPr/>
          <p:nvPr/>
        </p:nvSpPr>
        <p:spPr>
          <a:xfrm>
            <a:off x="28092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2" name="Editable vector 172"/>
          <p:cNvSpPr/>
          <p:nvPr/>
        </p:nvSpPr>
        <p:spPr>
          <a:xfrm>
            <a:off x="29006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3" name="Editable vector 173"/>
          <p:cNvSpPr/>
          <p:nvPr/>
        </p:nvSpPr>
        <p:spPr>
          <a:xfrm>
            <a:off x="29921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4" name="Editable vector 174"/>
          <p:cNvSpPr/>
          <p:nvPr/>
        </p:nvSpPr>
        <p:spPr>
          <a:xfrm>
            <a:off x="30835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5" name="Editable vector 175"/>
          <p:cNvSpPr/>
          <p:nvPr/>
        </p:nvSpPr>
        <p:spPr>
          <a:xfrm>
            <a:off x="31750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6" name="Editable vector 176"/>
          <p:cNvSpPr/>
          <p:nvPr/>
        </p:nvSpPr>
        <p:spPr>
          <a:xfrm>
            <a:off x="32664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7" name="Editable vector 177"/>
          <p:cNvSpPr/>
          <p:nvPr/>
        </p:nvSpPr>
        <p:spPr>
          <a:xfrm>
            <a:off x="33578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8" name="Editable vector 178"/>
          <p:cNvSpPr/>
          <p:nvPr/>
        </p:nvSpPr>
        <p:spPr>
          <a:xfrm>
            <a:off x="34493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79" name="Editable vector 179"/>
          <p:cNvSpPr/>
          <p:nvPr/>
        </p:nvSpPr>
        <p:spPr>
          <a:xfrm>
            <a:off x="35407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0" name="Editable vector 180"/>
          <p:cNvSpPr/>
          <p:nvPr/>
        </p:nvSpPr>
        <p:spPr>
          <a:xfrm>
            <a:off x="36322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1" name="Editable vector 181"/>
          <p:cNvSpPr/>
          <p:nvPr/>
        </p:nvSpPr>
        <p:spPr>
          <a:xfrm>
            <a:off x="37236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2" name="Editable vector 182"/>
          <p:cNvSpPr/>
          <p:nvPr/>
        </p:nvSpPr>
        <p:spPr>
          <a:xfrm>
            <a:off x="38150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3" name="Editable vector 183"/>
          <p:cNvSpPr/>
          <p:nvPr/>
        </p:nvSpPr>
        <p:spPr>
          <a:xfrm>
            <a:off x="39065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4" name="Editable vector 184"/>
          <p:cNvSpPr/>
          <p:nvPr/>
        </p:nvSpPr>
        <p:spPr>
          <a:xfrm>
            <a:off x="39979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5" name="Editable vector 185"/>
          <p:cNvSpPr/>
          <p:nvPr/>
        </p:nvSpPr>
        <p:spPr>
          <a:xfrm>
            <a:off x="40894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6" name="Editable vector 186"/>
          <p:cNvSpPr/>
          <p:nvPr/>
        </p:nvSpPr>
        <p:spPr>
          <a:xfrm>
            <a:off x="41808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7" name="Editable vector 187"/>
          <p:cNvSpPr/>
          <p:nvPr/>
        </p:nvSpPr>
        <p:spPr>
          <a:xfrm>
            <a:off x="42722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8" name="Editable vector 188"/>
          <p:cNvSpPr/>
          <p:nvPr/>
        </p:nvSpPr>
        <p:spPr>
          <a:xfrm>
            <a:off x="43637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89" name="Editable vector 189"/>
          <p:cNvSpPr/>
          <p:nvPr/>
        </p:nvSpPr>
        <p:spPr>
          <a:xfrm>
            <a:off x="44551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0" name="Editable vector 190"/>
          <p:cNvSpPr/>
          <p:nvPr/>
        </p:nvSpPr>
        <p:spPr>
          <a:xfrm>
            <a:off x="45466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1" name="Editable vector 191"/>
          <p:cNvSpPr/>
          <p:nvPr/>
        </p:nvSpPr>
        <p:spPr>
          <a:xfrm>
            <a:off x="46380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2" name="Editable vector 192"/>
          <p:cNvSpPr/>
          <p:nvPr/>
        </p:nvSpPr>
        <p:spPr>
          <a:xfrm>
            <a:off x="47294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3" name="Editable vector 193"/>
          <p:cNvSpPr/>
          <p:nvPr/>
        </p:nvSpPr>
        <p:spPr>
          <a:xfrm>
            <a:off x="48209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4" name="Editable vector 194"/>
          <p:cNvSpPr/>
          <p:nvPr/>
        </p:nvSpPr>
        <p:spPr>
          <a:xfrm>
            <a:off x="49123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5" name="Editable vector 195"/>
          <p:cNvSpPr/>
          <p:nvPr/>
        </p:nvSpPr>
        <p:spPr>
          <a:xfrm>
            <a:off x="50038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6" name="Editable vector 196"/>
          <p:cNvSpPr/>
          <p:nvPr/>
        </p:nvSpPr>
        <p:spPr>
          <a:xfrm>
            <a:off x="50952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7" name="Editable vector 197"/>
          <p:cNvSpPr/>
          <p:nvPr/>
        </p:nvSpPr>
        <p:spPr>
          <a:xfrm>
            <a:off x="518668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8" name="Editable vector 198"/>
          <p:cNvSpPr/>
          <p:nvPr/>
        </p:nvSpPr>
        <p:spPr>
          <a:xfrm>
            <a:off x="527812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9" name="Editable vector 199"/>
          <p:cNvSpPr/>
          <p:nvPr/>
        </p:nvSpPr>
        <p:spPr>
          <a:xfrm>
            <a:off x="536956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200" name="Editable vector 200"/>
          <p:cNvSpPr/>
          <p:nvPr/>
        </p:nvSpPr>
        <p:spPr>
          <a:xfrm>
            <a:off x="546100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201" name="Editable vector 201"/>
          <p:cNvSpPr/>
          <p:nvPr/>
        </p:nvSpPr>
        <p:spPr>
          <a:xfrm>
            <a:off x="5552440" y="48768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202" name="Editable vector 202"/>
          <p:cNvSpPr/>
          <p:nvPr/>
        </p:nvSpPr>
        <p:spPr>
          <a:xfrm>
            <a:off x="5643880" y="4876800"/>
            <a:ext cx="45720" cy="5080"/>
          </a:xfrm>
          <a:custGeom>
            <a:avLst/>
            <a:gdLst/>
            <a:ahLst/>
            <a:cxnLst/>
            <a:rect l="0" t="0" r="r" b="b"/>
            <a:pathLst>
              <a:path w="45720" h="5080" fill="none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203" name="Editable shape 203"/>
          <p:cNvSpPr/>
          <p:nvPr/>
        </p:nvSpPr>
        <p:spPr>
          <a:xfrm>
            <a:off x="4240123" y="459386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4" name="Editable shape 204"/>
          <p:cNvSpPr/>
          <p:nvPr/>
        </p:nvSpPr>
        <p:spPr>
          <a:xfrm>
            <a:off x="3814927" y="463587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5" name="Editable shape 205"/>
          <p:cNvSpPr/>
          <p:nvPr/>
        </p:nvSpPr>
        <p:spPr>
          <a:xfrm>
            <a:off x="4142054" y="478881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6" name="Editable shape 206"/>
          <p:cNvSpPr/>
          <p:nvPr/>
        </p:nvSpPr>
        <p:spPr>
          <a:xfrm>
            <a:off x="3767607" y="468777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7" name="Editable shape 207"/>
          <p:cNvSpPr/>
          <p:nvPr/>
        </p:nvSpPr>
        <p:spPr>
          <a:xfrm>
            <a:off x="3549523" y="465588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8" name="Editable shape 208"/>
          <p:cNvSpPr/>
          <p:nvPr/>
        </p:nvSpPr>
        <p:spPr>
          <a:xfrm>
            <a:off x="4441748" y="493423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09" name="Editable shape 209"/>
          <p:cNvSpPr/>
          <p:nvPr/>
        </p:nvSpPr>
        <p:spPr>
          <a:xfrm>
            <a:off x="3477514" y="466796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0" name="Editable shape 210"/>
          <p:cNvSpPr/>
          <p:nvPr/>
        </p:nvSpPr>
        <p:spPr>
          <a:xfrm>
            <a:off x="3215538" y="464439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1" name="Editable shape 211"/>
          <p:cNvSpPr/>
          <p:nvPr/>
        </p:nvSpPr>
        <p:spPr>
          <a:xfrm>
            <a:off x="3287547" y="470382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2" name="Editable shape 212"/>
          <p:cNvSpPr/>
          <p:nvPr/>
        </p:nvSpPr>
        <p:spPr>
          <a:xfrm>
            <a:off x="3273831" y="471610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3" name="Editable shape 213"/>
          <p:cNvSpPr/>
          <p:nvPr/>
        </p:nvSpPr>
        <p:spPr>
          <a:xfrm>
            <a:off x="3087979" y="466459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4" name="Editable shape 214"/>
          <p:cNvSpPr/>
          <p:nvPr/>
        </p:nvSpPr>
        <p:spPr>
          <a:xfrm>
            <a:off x="3212795" y="471194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5" name="Editable shape 215"/>
          <p:cNvSpPr/>
          <p:nvPr/>
        </p:nvSpPr>
        <p:spPr>
          <a:xfrm>
            <a:off x="3022142" y="466539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6" name="Editable shape 216"/>
          <p:cNvSpPr/>
          <p:nvPr/>
        </p:nvSpPr>
        <p:spPr>
          <a:xfrm>
            <a:off x="3336239" y="475612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7" name="Editable shape 217"/>
          <p:cNvSpPr/>
          <p:nvPr/>
        </p:nvSpPr>
        <p:spPr>
          <a:xfrm>
            <a:off x="3225825" y="472720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8" name="Editable shape 218"/>
          <p:cNvSpPr/>
          <p:nvPr/>
        </p:nvSpPr>
        <p:spPr>
          <a:xfrm>
            <a:off x="3063290" y="468104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19" name="Editable shape 219"/>
          <p:cNvSpPr/>
          <p:nvPr/>
        </p:nvSpPr>
        <p:spPr>
          <a:xfrm>
            <a:off x="2811602" y="462477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0" name="Editable shape 220"/>
          <p:cNvSpPr/>
          <p:nvPr/>
        </p:nvSpPr>
        <p:spPr>
          <a:xfrm>
            <a:off x="3233369" y="475196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1" name="Editable shape 221"/>
          <p:cNvSpPr/>
          <p:nvPr/>
        </p:nvSpPr>
        <p:spPr>
          <a:xfrm>
            <a:off x="3216910" y="475533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2" name="Editable shape 222"/>
          <p:cNvSpPr/>
          <p:nvPr/>
        </p:nvSpPr>
        <p:spPr>
          <a:xfrm>
            <a:off x="2915158" y="470957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3" name="Editable shape 223"/>
          <p:cNvSpPr/>
          <p:nvPr/>
        </p:nvSpPr>
        <p:spPr>
          <a:xfrm>
            <a:off x="3077692" y="475712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4" name="Editable shape 224"/>
          <p:cNvSpPr/>
          <p:nvPr/>
        </p:nvSpPr>
        <p:spPr>
          <a:xfrm>
            <a:off x="3116097" y="477356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5" name="Editable shape 225"/>
          <p:cNvSpPr/>
          <p:nvPr/>
        </p:nvSpPr>
        <p:spPr>
          <a:xfrm>
            <a:off x="2733421" y="467034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6" name="Editable shape 226"/>
          <p:cNvSpPr/>
          <p:nvPr/>
        </p:nvSpPr>
        <p:spPr>
          <a:xfrm>
            <a:off x="3039973" y="477455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7" name="Editable shape 227"/>
          <p:cNvSpPr/>
          <p:nvPr/>
        </p:nvSpPr>
        <p:spPr>
          <a:xfrm>
            <a:off x="2708046" y="473176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8" name="Editable shape 228"/>
          <p:cNvSpPr/>
          <p:nvPr/>
        </p:nvSpPr>
        <p:spPr>
          <a:xfrm>
            <a:off x="2915158" y="480882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29" name="Editable shape 229"/>
          <p:cNvSpPr/>
          <p:nvPr/>
        </p:nvSpPr>
        <p:spPr>
          <a:xfrm>
            <a:off x="2777998" y="478525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0" name="Editable shape 230"/>
          <p:cNvSpPr/>
          <p:nvPr/>
        </p:nvSpPr>
        <p:spPr>
          <a:xfrm>
            <a:off x="2426868" y="471135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1" name="Editable shape 231"/>
          <p:cNvSpPr/>
          <p:nvPr/>
        </p:nvSpPr>
        <p:spPr>
          <a:xfrm>
            <a:off x="3773093" y="510125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2" name="Editable shape 232"/>
          <p:cNvSpPr/>
          <p:nvPr/>
        </p:nvSpPr>
        <p:spPr>
          <a:xfrm>
            <a:off x="2698445" y="479397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3" name="Editable shape 233"/>
          <p:cNvSpPr/>
          <p:nvPr/>
        </p:nvSpPr>
        <p:spPr>
          <a:xfrm>
            <a:off x="2712161" y="480526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4" name="Editable shape 234"/>
          <p:cNvSpPr/>
          <p:nvPr/>
        </p:nvSpPr>
        <p:spPr>
          <a:xfrm>
            <a:off x="2578430" y="477772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5" name="Editable shape 235"/>
          <p:cNvSpPr/>
          <p:nvPr/>
        </p:nvSpPr>
        <p:spPr>
          <a:xfrm>
            <a:off x="2750566" y="482784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6" name="Editable shape 236"/>
          <p:cNvSpPr/>
          <p:nvPr/>
        </p:nvSpPr>
        <p:spPr>
          <a:xfrm>
            <a:off x="2802686" y="484468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7" name="Editable shape 237"/>
          <p:cNvSpPr/>
          <p:nvPr/>
        </p:nvSpPr>
        <p:spPr>
          <a:xfrm>
            <a:off x="2725877" y="482428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8" name="Editable shape 238"/>
          <p:cNvSpPr/>
          <p:nvPr/>
        </p:nvSpPr>
        <p:spPr>
          <a:xfrm>
            <a:off x="3058490" y="492849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39" name="Editable shape 239"/>
          <p:cNvSpPr/>
          <p:nvPr/>
        </p:nvSpPr>
        <p:spPr>
          <a:xfrm>
            <a:off x="2559227" y="480288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0" name="Editable shape 240"/>
          <p:cNvSpPr/>
          <p:nvPr/>
        </p:nvSpPr>
        <p:spPr>
          <a:xfrm>
            <a:off x="2471445" y="477851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1" name="Editable shape 241"/>
          <p:cNvSpPr/>
          <p:nvPr/>
        </p:nvSpPr>
        <p:spPr>
          <a:xfrm>
            <a:off x="2625064" y="482289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2" name="Editable shape 242"/>
          <p:cNvSpPr/>
          <p:nvPr/>
        </p:nvSpPr>
        <p:spPr>
          <a:xfrm>
            <a:off x="2866466" y="490273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3" name="Editable shape 243"/>
          <p:cNvSpPr/>
          <p:nvPr/>
        </p:nvSpPr>
        <p:spPr>
          <a:xfrm>
            <a:off x="2628493" y="484151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4" name="Editable shape 244"/>
          <p:cNvSpPr/>
          <p:nvPr/>
        </p:nvSpPr>
        <p:spPr>
          <a:xfrm>
            <a:off x="2433040" y="478822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5" name="Editable shape 245"/>
          <p:cNvSpPr/>
          <p:nvPr/>
        </p:nvSpPr>
        <p:spPr>
          <a:xfrm>
            <a:off x="2512593" y="481318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6" name="Editable shape 246"/>
          <p:cNvSpPr/>
          <p:nvPr/>
        </p:nvSpPr>
        <p:spPr>
          <a:xfrm>
            <a:off x="2577744" y="483874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7" name="Editable shape 247"/>
          <p:cNvSpPr/>
          <p:nvPr/>
        </p:nvSpPr>
        <p:spPr>
          <a:xfrm>
            <a:off x="2393264" y="479040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8" name="Editable shape 248"/>
          <p:cNvSpPr/>
          <p:nvPr/>
        </p:nvSpPr>
        <p:spPr>
          <a:xfrm>
            <a:off x="2341143" y="479139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49" name="Editable shape 249"/>
          <p:cNvSpPr/>
          <p:nvPr/>
        </p:nvSpPr>
        <p:spPr>
          <a:xfrm>
            <a:off x="2321255" y="478763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0" name="Editable shape 250"/>
          <p:cNvSpPr/>
          <p:nvPr/>
        </p:nvSpPr>
        <p:spPr>
          <a:xfrm>
            <a:off x="3403447" y="510244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1" name="Editable shape 251"/>
          <p:cNvSpPr/>
          <p:nvPr/>
        </p:nvSpPr>
        <p:spPr>
          <a:xfrm>
            <a:off x="2361717" y="481417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2" name="Editable shape 252"/>
          <p:cNvSpPr/>
          <p:nvPr/>
        </p:nvSpPr>
        <p:spPr>
          <a:xfrm>
            <a:off x="2502992" y="485974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3" name="Editable shape 253"/>
          <p:cNvSpPr/>
          <p:nvPr/>
        </p:nvSpPr>
        <p:spPr>
          <a:xfrm>
            <a:off x="2330170" y="482368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4" name="Editable shape 254"/>
          <p:cNvSpPr/>
          <p:nvPr/>
        </p:nvSpPr>
        <p:spPr>
          <a:xfrm>
            <a:off x="2357602" y="484449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5" name="Editable shape 255"/>
          <p:cNvSpPr/>
          <p:nvPr/>
        </p:nvSpPr>
        <p:spPr>
          <a:xfrm>
            <a:off x="2320569" y="483676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6" name="Editable shape 256"/>
          <p:cNvSpPr/>
          <p:nvPr/>
        </p:nvSpPr>
        <p:spPr>
          <a:xfrm>
            <a:off x="2528366" y="491343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7" name="Editable shape 257"/>
          <p:cNvSpPr/>
          <p:nvPr/>
        </p:nvSpPr>
        <p:spPr>
          <a:xfrm>
            <a:off x="2307539" y="486628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8" name="Editable shape 258"/>
          <p:cNvSpPr/>
          <p:nvPr/>
        </p:nvSpPr>
        <p:spPr>
          <a:xfrm>
            <a:off x="2333599" y="489758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59" name="Editable shape 259"/>
          <p:cNvSpPr/>
          <p:nvPr/>
        </p:nvSpPr>
        <p:spPr>
          <a:xfrm>
            <a:off x="2350058" y="490491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0" name="Editable shape 260"/>
          <p:cNvSpPr/>
          <p:nvPr/>
        </p:nvSpPr>
        <p:spPr>
          <a:xfrm>
            <a:off x="2201240" y="487698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1" name="Editable shape 261"/>
          <p:cNvSpPr/>
          <p:nvPr/>
        </p:nvSpPr>
        <p:spPr>
          <a:xfrm>
            <a:off x="1970125" y="482051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2" name="Editable shape 262"/>
          <p:cNvSpPr/>
          <p:nvPr/>
        </p:nvSpPr>
        <p:spPr>
          <a:xfrm>
            <a:off x="2895269" y="511195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3" name="Editable shape 263"/>
          <p:cNvSpPr/>
          <p:nvPr/>
        </p:nvSpPr>
        <p:spPr>
          <a:xfrm>
            <a:off x="1824050" y="484845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4" name="Editable shape 264"/>
          <p:cNvSpPr/>
          <p:nvPr/>
        </p:nvSpPr>
        <p:spPr>
          <a:xfrm>
            <a:off x="1800732" y="484587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5" name="Editable shape 265"/>
          <p:cNvSpPr/>
          <p:nvPr/>
        </p:nvSpPr>
        <p:spPr>
          <a:xfrm>
            <a:off x="2020189" y="492076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6" name="Editable shape 266"/>
          <p:cNvSpPr/>
          <p:nvPr/>
        </p:nvSpPr>
        <p:spPr>
          <a:xfrm>
            <a:off x="2075052" y="495286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7" name="Editable shape 267"/>
          <p:cNvSpPr/>
          <p:nvPr/>
        </p:nvSpPr>
        <p:spPr>
          <a:xfrm>
            <a:off x="2043506" y="494771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8" name="Editable shape 268"/>
          <p:cNvSpPr/>
          <p:nvPr/>
        </p:nvSpPr>
        <p:spPr>
          <a:xfrm>
            <a:off x="1691004" y="486549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69" name="Editable shape 269"/>
          <p:cNvSpPr/>
          <p:nvPr/>
        </p:nvSpPr>
        <p:spPr>
          <a:xfrm>
            <a:off x="1771929" y="492472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270" name="Editable shape 270"/>
          <p:cNvSpPr/>
          <p:nvPr/>
        </p:nvSpPr>
        <p:spPr>
          <a:xfrm>
            <a:off x="5030851" y="459208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1" name="Editable shape 271"/>
          <p:cNvSpPr/>
          <p:nvPr/>
        </p:nvSpPr>
        <p:spPr>
          <a:xfrm>
            <a:off x="4982845" y="458178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2" name="Editable shape 272"/>
          <p:cNvSpPr/>
          <p:nvPr/>
        </p:nvSpPr>
        <p:spPr>
          <a:xfrm>
            <a:off x="4999990" y="459169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3" name="Editable shape 273"/>
          <p:cNvSpPr/>
          <p:nvPr/>
        </p:nvSpPr>
        <p:spPr>
          <a:xfrm>
            <a:off x="4996561" y="459446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4" name="Editable shape 274"/>
          <p:cNvSpPr/>
          <p:nvPr/>
        </p:nvSpPr>
        <p:spPr>
          <a:xfrm>
            <a:off x="5004104" y="459921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5" name="Editable shape 275"/>
          <p:cNvSpPr/>
          <p:nvPr/>
        </p:nvSpPr>
        <p:spPr>
          <a:xfrm>
            <a:off x="4919065" y="457980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6" name="Editable shape 276"/>
          <p:cNvSpPr/>
          <p:nvPr/>
        </p:nvSpPr>
        <p:spPr>
          <a:xfrm>
            <a:off x="4946497" y="45950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7" name="Editable shape 277"/>
          <p:cNvSpPr/>
          <p:nvPr/>
        </p:nvSpPr>
        <p:spPr>
          <a:xfrm>
            <a:off x="4962956" y="460219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8" name="Editable shape 278"/>
          <p:cNvSpPr/>
          <p:nvPr/>
        </p:nvSpPr>
        <p:spPr>
          <a:xfrm>
            <a:off x="4907407" y="459129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79" name="Editable shape 279"/>
          <p:cNvSpPr/>
          <p:nvPr/>
        </p:nvSpPr>
        <p:spPr>
          <a:xfrm>
            <a:off x="4963642" y="460853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0" name="Editable shape 280"/>
          <p:cNvSpPr/>
          <p:nvPr/>
        </p:nvSpPr>
        <p:spPr>
          <a:xfrm>
            <a:off x="4902606" y="459228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1" name="Editable shape 281"/>
          <p:cNvSpPr/>
          <p:nvPr/>
        </p:nvSpPr>
        <p:spPr>
          <a:xfrm>
            <a:off x="4941697" y="46055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2" name="Editable shape 282"/>
          <p:cNvSpPr/>
          <p:nvPr/>
        </p:nvSpPr>
        <p:spPr>
          <a:xfrm>
            <a:off x="4871059" y="458535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3" name="Editable shape 283"/>
          <p:cNvSpPr/>
          <p:nvPr/>
        </p:nvSpPr>
        <p:spPr>
          <a:xfrm>
            <a:off x="4951984" y="46091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4" name="Editable shape 284"/>
          <p:cNvSpPr/>
          <p:nvPr/>
        </p:nvSpPr>
        <p:spPr>
          <a:xfrm>
            <a:off x="4947869" y="460991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5" name="Editable shape 285"/>
          <p:cNvSpPr/>
          <p:nvPr/>
        </p:nvSpPr>
        <p:spPr>
          <a:xfrm>
            <a:off x="4943068" y="46093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6" name="Editable shape 286"/>
          <p:cNvSpPr/>
          <p:nvPr/>
        </p:nvSpPr>
        <p:spPr>
          <a:xfrm>
            <a:off x="4903978" y="459941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7" name="Editable shape 287"/>
          <p:cNvSpPr/>
          <p:nvPr/>
        </p:nvSpPr>
        <p:spPr>
          <a:xfrm>
            <a:off x="4971872" y="462259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8" name="Editable shape 288"/>
          <p:cNvSpPr/>
          <p:nvPr/>
        </p:nvSpPr>
        <p:spPr>
          <a:xfrm>
            <a:off x="4937582" y="461328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89" name="Editable shape 289"/>
          <p:cNvSpPr/>
          <p:nvPr/>
        </p:nvSpPr>
        <p:spPr>
          <a:xfrm>
            <a:off x="4868316" y="459347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0" name="Editable shape 290"/>
          <p:cNvSpPr/>
          <p:nvPr/>
        </p:nvSpPr>
        <p:spPr>
          <a:xfrm>
            <a:off x="4863515" y="459426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1" name="Editable shape 291"/>
          <p:cNvSpPr/>
          <p:nvPr/>
        </p:nvSpPr>
        <p:spPr>
          <a:xfrm>
            <a:off x="4856657" y="459525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2" name="Editable shape 292"/>
          <p:cNvSpPr/>
          <p:nvPr/>
        </p:nvSpPr>
        <p:spPr>
          <a:xfrm>
            <a:off x="4964328" y="463012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3" name="Editable shape 293"/>
          <p:cNvSpPr/>
          <p:nvPr/>
        </p:nvSpPr>
        <p:spPr>
          <a:xfrm>
            <a:off x="4825111" y="459129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4" name="Editable shape 294"/>
          <p:cNvSpPr/>
          <p:nvPr/>
        </p:nvSpPr>
        <p:spPr>
          <a:xfrm>
            <a:off x="4804537" y="45851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5" name="Editable shape 295"/>
          <p:cNvSpPr/>
          <p:nvPr/>
        </p:nvSpPr>
        <p:spPr>
          <a:xfrm>
            <a:off x="4795621" y="458396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6" name="Editable shape 296"/>
          <p:cNvSpPr/>
          <p:nvPr/>
        </p:nvSpPr>
        <p:spPr>
          <a:xfrm>
            <a:off x="4931410" y="462457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7" name="Editable shape 297"/>
          <p:cNvSpPr/>
          <p:nvPr/>
        </p:nvSpPr>
        <p:spPr>
          <a:xfrm>
            <a:off x="4903292" y="461744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8" name="Editable shape 298"/>
          <p:cNvSpPr/>
          <p:nvPr/>
        </p:nvSpPr>
        <p:spPr>
          <a:xfrm>
            <a:off x="4831283" y="459664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299" name="Editable shape 299"/>
          <p:cNvSpPr/>
          <p:nvPr/>
        </p:nvSpPr>
        <p:spPr>
          <a:xfrm>
            <a:off x="4930724" y="462616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0" name="Editable shape 300"/>
          <p:cNvSpPr/>
          <p:nvPr/>
        </p:nvSpPr>
        <p:spPr>
          <a:xfrm>
            <a:off x="4800422" y="45883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1" name="Editable shape 301"/>
          <p:cNvSpPr/>
          <p:nvPr/>
        </p:nvSpPr>
        <p:spPr>
          <a:xfrm>
            <a:off x="5015763" y="46515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2" name="Editable shape 302"/>
          <p:cNvSpPr/>
          <p:nvPr/>
        </p:nvSpPr>
        <p:spPr>
          <a:xfrm>
            <a:off x="4841570" y="46017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3" name="Editable shape 303"/>
          <p:cNvSpPr/>
          <p:nvPr/>
        </p:nvSpPr>
        <p:spPr>
          <a:xfrm>
            <a:off x="4940325" y="463329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4" name="Editable shape 304"/>
          <p:cNvSpPr/>
          <p:nvPr/>
        </p:nvSpPr>
        <p:spPr>
          <a:xfrm>
            <a:off x="4906721" y="462338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5" name="Editable shape 305"/>
          <p:cNvSpPr/>
          <p:nvPr/>
        </p:nvSpPr>
        <p:spPr>
          <a:xfrm>
            <a:off x="4902606" y="46227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6" name="Editable shape 306"/>
          <p:cNvSpPr/>
          <p:nvPr/>
        </p:nvSpPr>
        <p:spPr>
          <a:xfrm>
            <a:off x="4730470" y="45730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7" name="Editable shape 307"/>
          <p:cNvSpPr/>
          <p:nvPr/>
        </p:nvSpPr>
        <p:spPr>
          <a:xfrm>
            <a:off x="4837455" y="460536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8" name="Editable shape 308"/>
          <p:cNvSpPr/>
          <p:nvPr/>
        </p:nvSpPr>
        <p:spPr>
          <a:xfrm>
            <a:off x="4885461" y="461962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09" name="Editable shape 309"/>
          <p:cNvSpPr/>
          <p:nvPr/>
        </p:nvSpPr>
        <p:spPr>
          <a:xfrm>
            <a:off x="4880660" y="461843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0" name="Editable shape 310"/>
          <p:cNvSpPr/>
          <p:nvPr/>
        </p:nvSpPr>
        <p:spPr>
          <a:xfrm>
            <a:off x="4888890" y="462299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1" name="Editable shape 311"/>
          <p:cNvSpPr/>
          <p:nvPr/>
        </p:nvSpPr>
        <p:spPr>
          <a:xfrm>
            <a:off x="5041138" y="466776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2" name="Editable shape 312"/>
          <p:cNvSpPr/>
          <p:nvPr/>
        </p:nvSpPr>
        <p:spPr>
          <a:xfrm>
            <a:off x="4772990" y="459149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3" name="Editable shape 313"/>
          <p:cNvSpPr/>
          <p:nvPr/>
        </p:nvSpPr>
        <p:spPr>
          <a:xfrm>
            <a:off x="4966385" y="46477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4" name="Editable shape 314"/>
          <p:cNvSpPr/>
          <p:nvPr/>
        </p:nvSpPr>
        <p:spPr>
          <a:xfrm>
            <a:off x="4696866" y="456969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5" name="Editable shape 315"/>
          <p:cNvSpPr/>
          <p:nvPr/>
        </p:nvSpPr>
        <p:spPr>
          <a:xfrm>
            <a:off x="5038394" y="467173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6" name="Editable shape 316"/>
          <p:cNvSpPr/>
          <p:nvPr/>
        </p:nvSpPr>
        <p:spPr>
          <a:xfrm>
            <a:off x="4751044" y="458871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7" name="Editable shape 317"/>
          <p:cNvSpPr/>
          <p:nvPr/>
        </p:nvSpPr>
        <p:spPr>
          <a:xfrm>
            <a:off x="4755159" y="459109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8" name="Editable shape 318"/>
          <p:cNvSpPr/>
          <p:nvPr/>
        </p:nvSpPr>
        <p:spPr>
          <a:xfrm>
            <a:off x="4784648" y="460060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19" name="Editable shape 319"/>
          <p:cNvSpPr/>
          <p:nvPr/>
        </p:nvSpPr>
        <p:spPr>
          <a:xfrm>
            <a:off x="4966385" y="465330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0" name="Editable shape 320"/>
          <p:cNvSpPr/>
          <p:nvPr/>
        </p:nvSpPr>
        <p:spPr>
          <a:xfrm>
            <a:off x="4755845" y="459248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1" name="Editable shape 321"/>
          <p:cNvSpPr/>
          <p:nvPr/>
        </p:nvSpPr>
        <p:spPr>
          <a:xfrm>
            <a:off x="5025364" y="46725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2" name="Editable shape 322"/>
          <p:cNvSpPr/>
          <p:nvPr/>
        </p:nvSpPr>
        <p:spPr>
          <a:xfrm>
            <a:off x="4757902" y="459624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3" name="Editable shape 323"/>
          <p:cNvSpPr/>
          <p:nvPr/>
        </p:nvSpPr>
        <p:spPr>
          <a:xfrm>
            <a:off x="5023307" y="467351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4" name="Editable shape 324"/>
          <p:cNvSpPr/>
          <p:nvPr/>
        </p:nvSpPr>
        <p:spPr>
          <a:xfrm>
            <a:off x="4744872" y="459268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5" name="Editable shape 325"/>
          <p:cNvSpPr/>
          <p:nvPr/>
        </p:nvSpPr>
        <p:spPr>
          <a:xfrm>
            <a:off x="4762703" y="45986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6" name="Editable shape 326"/>
          <p:cNvSpPr/>
          <p:nvPr/>
        </p:nvSpPr>
        <p:spPr>
          <a:xfrm>
            <a:off x="4724984" y="458752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7" name="Editable shape 327"/>
          <p:cNvSpPr/>
          <p:nvPr/>
        </p:nvSpPr>
        <p:spPr>
          <a:xfrm>
            <a:off x="5031536" y="467648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8" name="Editable shape 328"/>
          <p:cNvSpPr/>
          <p:nvPr/>
        </p:nvSpPr>
        <p:spPr>
          <a:xfrm>
            <a:off x="4738700" y="459169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29" name="Editable shape 329"/>
          <p:cNvSpPr/>
          <p:nvPr/>
        </p:nvSpPr>
        <p:spPr>
          <a:xfrm>
            <a:off x="4780534" y="460635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0" name="Editable shape 330"/>
          <p:cNvSpPr/>
          <p:nvPr/>
        </p:nvSpPr>
        <p:spPr>
          <a:xfrm>
            <a:off x="4716068" y="458852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1" name="Editable shape 331"/>
          <p:cNvSpPr/>
          <p:nvPr/>
        </p:nvSpPr>
        <p:spPr>
          <a:xfrm>
            <a:off x="4697552" y="458396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2" name="Editable shape 332"/>
          <p:cNvSpPr/>
          <p:nvPr/>
        </p:nvSpPr>
        <p:spPr>
          <a:xfrm>
            <a:off x="4965014" y="466241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3" name="Editable shape 333"/>
          <p:cNvSpPr/>
          <p:nvPr/>
        </p:nvSpPr>
        <p:spPr>
          <a:xfrm>
            <a:off x="4890947" y="46408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4" name="Editable shape 334"/>
          <p:cNvSpPr/>
          <p:nvPr/>
        </p:nvSpPr>
        <p:spPr>
          <a:xfrm>
            <a:off x="4650917" y="457247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5" name="Editable shape 335"/>
          <p:cNvSpPr/>
          <p:nvPr/>
        </p:nvSpPr>
        <p:spPr>
          <a:xfrm>
            <a:off x="4903292" y="464577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6" name="Editable shape 336"/>
          <p:cNvSpPr/>
          <p:nvPr/>
        </p:nvSpPr>
        <p:spPr>
          <a:xfrm>
            <a:off x="4800422" y="46160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7" name="Editable shape 337"/>
          <p:cNvSpPr/>
          <p:nvPr/>
        </p:nvSpPr>
        <p:spPr>
          <a:xfrm>
            <a:off x="4683836" y="458277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8" name="Editable shape 338"/>
          <p:cNvSpPr/>
          <p:nvPr/>
        </p:nvSpPr>
        <p:spPr>
          <a:xfrm>
            <a:off x="4691380" y="458535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39" name="Editable shape 339"/>
          <p:cNvSpPr/>
          <p:nvPr/>
        </p:nvSpPr>
        <p:spPr>
          <a:xfrm>
            <a:off x="4725670" y="45956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0" name="Editable shape 340"/>
          <p:cNvSpPr/>
          <p:nvPr/>
        </p:nvSpPr>
        <p:spPr>
          <a:xfrm>
            <a:off x="4646803" y="45730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1" name="Editable shape 341"/>
          <p:cNvSpPr/>
          <p:nvPr/>
        </p:nvSpPr>
        <p:spPr>
          <a:xfrm>
            <a:off x="4732528" y="45984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2" name="Editable shape 342"/>
          <p:cNvSpPr/>
          <p:nvPr/>
        </p:nvSpPr>
        <p:spPr>
          <a:xfrm>
            <a:off x="4764074" y="461110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3" name="Editable shape 343"/>
          <p:cNvSpPr/>
          <p:nvPr/>
        </p:nvSpPr>
        <p:spPr>
          <a:xfrm>
            <a:off x="4713325" y="459743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4" name="Editable shape 344"/>
          <p:cNvSpPr/>
          <p:nvPr/>
        </p:nvSpPr>
        <p:spPr>
          <a:xfrm>
            <a:off x="4727041" y="460199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5" name="Editable shape 345"/>
          <p:cNvSpPr/>
          <p:nvPr/>
        </p:nvSpPr>
        <p:spPr>
          <a:xfrm>
            <a:off x="4755845" y="461051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6" name="Editable shape 346"/>
          <p:cNvSpPr/>
          <p:nvPr/>
        </p:nvSpPr>
        <p:spPr>
          <a:xfrm>
            <a:off x="4888204" y="46497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7" name="Editable shape 347"/>
          <p:cNvSpPr/>
          <p:nvPr/>
        </p:nvSpPr>
        <p:spPr>
          <a:xfrm>
            <a:off x="4686579" y="459149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8" name="Editable shape 348"/>
          <p:cNvSpPr/>
          <p:nvPr/>
        </p:nvSpPr>
        <p:spPr>
          <a:xfrm>
            <a:off x="4747615" y="46093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49" name="Editable shape 349"/>
          <p:cNvSpPr/>
          <p:nvPr/>
        </p:nvSpPr>
        <p:spPr>
          <a:xfrm>
            <a:off x="4760645" y="461387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0" name="Editable shape 350"/>
          <p:cNvSpPr/>
          <p:nvPr/>
        </p:nvSpPr>
        <p:spPr>
          <a:xfrm>
            <a:off x="4792192" y="462338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1" name="Editable shape 351"/>
          <p:cNvSpPr/>
          <p:nvPr/>
        </p:nvSpPr>
        <p:spPr>
          <a:xfrm>
            <a:off x="4662576" y="45861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2" name="Editable shape 352"/>
          <p:cNvSpPr/>
          <p:nvPr/>
        </p:nvSpPr>
        <p:spPr>
          <a:xfrm>
            <a:off x="4725670" y="46047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3" name="Editable shape 353"/>
          <p:cNvSpPr/>
          <p:nvPr/>
        </p:nvSpPr>
        <p:spPr>
          <a:xfrm>
            <a:off x="4666005" y="458970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4" name="Editable shape 354"/>
          <p:cNvSpPr/>
          <p:nvPr/>
        </p:nvSpPr>
        <p:spPr>
          <a:xfrm>
            <a:off x="4897120" y="46570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5" name="Editable shape 355"/>
          <p:cNvSpPr/>
          <p:nvPr/>
        </p:nvSpPr>
        <p:spPr>
          <a:xfrm>
            <a:off x="4697552" y="459961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6" name="Editable shape 356"/>
          <p:cNvSpPr/>
          <p:nvPr/>
        </p:nvSpPr>
        <p:spPr>
          <a:xfrm>
            <a:off x="4968443" y="46784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7" name="Editable shape 357"/>
          <p:cNvSpPr/>
          <p:nvPr/>
        </p:nvSpPr>
        <p:spPr>
          <a:xfrm>
            <a:off x="4676292" y="459406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8" name="Editable shape 358"/>
          <p:cNvSpPr/>
          <p:nvPr/>
        </p:nvSpPr>
        <p:spPr>
          <a:xfrm>
            <a:off x="4640630" y="458416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59" name="Editable shape 359"/>
          <p:cNvSpPr/>
          <p:nvPr/>
        </p:nvSpPr>
        <p:spPr>
          <a:xfrm>
            <a:off x="4672177" y="459347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0" name="Editable shape 360"/>
          <p:cNvSpPr/>
          <p:nvPr/>
        </p:nvSpPr>
        <p:spPr>
          <a:xfrm>
            <a:off x="4740757" y="461427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1" name="Editable shape 361"/>
          <p:cNvSpPr/>
          <p:nvPr/>
        </p:nvSpPr>
        <p:spPr>
          <a:xfrm>
            <a:off x="4713325" y="460635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2" name="Editable shape 362"/>
          <p:cNvSpPr/>
          <p:nvPr/>
        </p:nvSpPr>
        <p:spPr>
          <a:xfrm>
            <a:off x="4705781" y="46047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3" name="Editable shape 363"/>
          <p:cNvSpPr/>
          <p:nvPr/>
        </p:nvSpPr>
        <p:spPr>
          <a:xfrm>
            <a:off x="4689322" y="460100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4" name="Editable shape 364"/>
          <p:cNvSpPr/>
          <p:nvPr/>
        </p:nvSpPr>
        <p:spPr>
          <a:xfrm>
            <a:off x="4703724" y="460595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5" name="Editable shape 365"/>
          <p:cNvSpPr/>
          <p:nvPr/>
        </p:nvSpPr>
        <p:spPr>
          <a:xfrm>
            <a:off x="4802479" y="463507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6" name="Editable shape 366"/>
          <p:cNvSpPr/>
          <p:nvPr/>
        </p:nvSpPr>
        <p:spPr>
          <a:xfrm>
            <a:off x="4732528" y="461566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7" name="Editable shape 367"/>
          <p:cNvSpPr/>
          <p:nvPr/>
        </p:nvSpPr>
        <p:spPr>
          <a:xfrm>
            <a:off x="4664633" y="459604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8" name="Editable shape 368"/>
          <p:cNvSpPr/>
          <p:nvPr/>
        </p:nvSpPr>
        <p:spPr>
          <a:xfrm>
            <a:off x="4623485" y="458435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69" name="Editable shape 369"/>
          <p:cNvSpPr/>
          <p:nvPr/>
        </p:nvSpPr>
        <p:spPr>
          <a:xfrm>
            <a:off x="4772304" y="462893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0" name="Editable shape 370"/>
          <p:cNvSpPr/>
          <p:nvPr/>
        </p:nvSpPr>
        <p:spPr>
          <a:xfrm>
            <a:off x="4626914" y="458673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1" name="Editable shape 371"/>
          <p:cNvSpPr/>
          <p:nvPr/>
        </p:nvSpPr>
        <p:spPr>
          <a:xfrm>
            <a:off x="4796307" y="463606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2" name="Editable shape 372"/>
          <p:cNvSpPr/>
          <p:nvPr/>
        </p:nvSpPr>
        <p:spPr>
          <a:xfrm>
            <a:off x="4617313" y="458673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3" name="Editable shape 373"/>
          <p:cNvSpPr/>
          <p:nvPr/>
        </p:nvSpPr>
        <p:spPr>
          <a:xfrm>
            <a:off x="4684522" y="460734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4" name="Editable shape 374"/>
          <p:cNvSpPr/>
          <p:nvPr/>
        </p:nvSpPr>
        <p:spPr>
          <a:xfrm>
            <a:off x="4820996" y="46477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5" name="Editable shape 375"/>
          <p:cNvSpPr/>
          <p:nvPr/>
        </p:nvSpPr>
        <p:spPr>
          <a:xfrm>
            <a:off x="4724984" y="462101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6" name="Editable shape 376"/>
          <p:cNvSpPr/>
          <p:nvPr/>
        </p:nvSpPr>
        <p:spPr>
          <a:xfrm>
            <a:off x="4558334" y="457267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7" name="Editable shape 377"/>
          <p:cNvSpPr/>
          <p:nvPr/>
        </p:nvSpPr>
        <p:spPr>
          <a:xfrm>
            <a:off x="4623485" y="459307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8" name="Editable shape 378"/>
          <p:cNvSpPr/>
          <p:nvPr/>
        </p:nvSpPr>
        <p:spPr>
          <a:xfrm>
            <a:off x="4592624" y="458416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79" name="Editable shape 379"/>
          <p:cNvSpPr/>
          <p:nvPr/>
        </p:nvSpPr>
        <p:spPr>
          <a:xfrm>
            <a:off x="4651603" y="46023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0" name="Editable shape 380"/>
          <p:cNvSpPr/>
          <p:nvPr/>
        </p:nvSpPr>
        <p:spPr>
          <a:xfrm>
            <a:off x="4680407" y="461110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1" name="Editable shape 381"/>
          <p:cNvSpPr/>
          <p:nvPr/>
        </p:nvSpPr>
        <p:spPr>
          <a:xfrm>
            <a:off x="4870373" y="466757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2" name="Editable shape 382"/>
          <p:cNvSpPr/>
          <p:nvPr/>
        </p:nvSpPr>
        <p:spPr>
          <a:xfrm>
            <a:off x="4736642" y="462893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3" name="Editable shape 383"/>
          <p:cNvSpPr/>
          <p:nvPr/>
        </p:nvSpPr>
        <p:spPr>
          <a:xfrm>
            <a:off x="4643374" y="460258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4" name="Editable shape 384"/>
          <p:cNvSpPr/>
          <p:nvPr/>
        </p:nvSpPr>
        <p:spPr>
          <a:xfrm>
            <a:off x="4605655" y="45918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5" name="Editable shape 385"/>
          <p:cNvSpPr/>
          <p:nvPr/>
        </p:nvSpPr>
        <p:spPr>
          <a:xfrm>
            <a:off x="4684522" y="46152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6" name="Editable shape 386"/>
          <p:cNvSpPr/>
          <p:nvPr/>
        </p:nvSpPr>
        <p:spPr>
          <a:xfrm>
            <a:off x="4910150" y="468143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7" name="Editable shape 387"/>
          <p:cNvSpPr/>
          <p:nvPr/>
        </p:nvSpPr>
        <p:spPr>
          <a:xfrm>
            <a:off x="4704410" y="462378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8" name="Editable shape 388"/>
          <p:cNvSpPr/>
          <p:nvPr/>
        </p:nvSpPr>
        <p:spPr>
          <a:xfrm>
            <a:off x="4680407" y="461704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89" name="Editable shape 389"/>
          <p:cNvSpPr/>
          <p:nvPr/>
        </p:nvSpPr>
        <p:spPr>
          <a:xfrm>
            <a:off x="4625543" y="46017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0" name="Editable shape 390"/>
          <p:cNvSpPr/>
          <p:nvPr/>
        </p:nvSpPr>
        <p:spPr>
          <a:xfrm>
            <a:off x="4662576" y="461269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1" name="Editable shape 391"/>
          <p:cNvSpPr/>
          <p:nvPr/>
        </p:nvSpPr>
        <p:spPr>
          <a:xfrm>
            <a:off x="4706467" y="462715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2" name="Editable shape 392"/>
          <p:cNvSpPr/>
          <p:nvPr/>
        </p:nvSpPr>
        <p:spPr>
          <a:xfrm>
            <a:off x="4613198" y="460199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3" name="Editable shape 393"/>
          <p:cNvSpPr/>
          <p:nvPr/>
        </p:nvSpPr>
        <p:spPr>
          <a:xfrm>
            <a:off x="4696866" y="462893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4" name="Editable shape 394"/>
          <p:cNvSpPr/>
          <p:nvPr/>
        </p:nvSpPr>
        <p:spPr>
          <a:xfrm>
            <a:off x="4738014" y="464161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5" name="Editable shape 395"/>
          <p:cNvSpPr/>
          <p:nvPr/>
        </p:nvSpPr>
        <p:spPr>
          <a:xfrm>
            <a:off x="4702352" y="463131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6" name="Editable shape 396"/>
          <p:cNvSpPr/>
          <p:nvPr/>
        </p:nvSpPr>
        <p:spPr>
          <a:xfrm>
            <a:off x="4753102" y="46465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7" name="Editable shape 397"/>
          <p:cNvSpPr/>
          <p:nvPr/>
        </p:nvSpPr>
        <p:spPr>
          <a:xfrm>
            <a:off x="4688636" y="462873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8" name="Editable shape 398"/>
          <p:cNvSpPr/>
          <p:nvPr/>
        </p:nvSpPr>
        <p:spPr>
          <a:xfrm>
            <a:off x="4673549" y="462537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399" name="Editable shape 399"/>
          <p:cNvSpPr/>
          <p:nvPr/>
        </p:nvSpPr>
        <p:spPr>
          <a:xfrm>
            <a:off x="4727041" y="464181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0" name="Editable shape 400"/>
          <p:cNvSpPr/>
          <p:nvPr/>
        </p:nvSpPr>
        <p:spPr>
          <a:xfrm>
            <a:off x="4618685" y="461051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1" name="Editable shape 401"/>
          <p:cNvSpPr/>
          <p:nvPr/>
        </p:nvSpPr>
        <p:spPr>
          <a:xfrm>
            <a:off x="4650917" y="462041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2" name="Editable shape 402"/>
          <p:cNvSpPr/>
          <p:nvPr/>
        </p:nvSpPr>
        <p:spPr>
          <a:xfrm>
            <a:off x="4642688" y="46194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3" name="Editable shape 403"/>
          <p:cNvSpPr/>
          <p:nvPr/>
        </p:nvSpPr>
        <p:spPr>
          <a:xfrm>
            <a:off x="4674920" y="462933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4" name="Editable shape 404"/>
          <p:cNvSpPr/>
          <p:nvPr/>
        </p:nvSpPr>
        <p:spPr>
          <a:xfrm>
            <a:off x="4789449" y="466400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5" name="Editable shape 405"/>
          <p:cNvSpPr/>
          <p:nvPr/>
        </p:nvSpPr>
        <p:spPr>
          <a:xfrm>
            <a:off x="4788763" y="46644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6" name="Editable shape 406"/>
          <p:cNvSpPr/>
          <p:nvPr/>
        </p:nvSpPr>
        <p:spPr>
          <a:xfrm>
            <a:off x="4606340" y="46128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7" name="Editable shape 407"/>
          <p:cNvSpPr/>
          <p:nvPr/>
        </p:nvSpPr>
        <p:spPr>
          <a:xfrm>
            <a:off x="4617313" y="461625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8" name="Editable shape 408"/>
          <p:cNvSpPr/>
          <p:nvPr/>
        </p:nvSpPr>
        <p:spPr>
          <a:xfrm>
            <a:off x="4578223" y="46061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09" name="Editable shape 409"/>
          <p:cNvSpPr/>
          <p:nvPr/>
        </p:nvSpPr>
        <p:spPr>
          <a:xfrm>
            <a:off x="4766818" y="466083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0" name="Editable shape 410"/>
          <p:cNvSpPr/>
          <p:nvPr/>
        </p:nvSpPr>
        <p:spPr>
          <a:xfrm>
            <a:off x="4575479" y="46061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1" name="Editable shape 411"/>
          <p:cNvSpPr/>
          <p:nvPr/>
        </p:nvSpPr>
        <p:spPr>
          <a:xfrm>
            <a:off x="4666005" y="46327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2" name="Editable shape 412"/>
          <p:cNvSpPr/>
          <p:nvPr/>
        </p:nvSpPr>
        <p:spPr>
          <a:xfrm>
            <a:off x="4768875" y="466261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3" name="Editable shape 413"/>
          <p:cNvSpPr/>
          <p:nvPr/>
        </p:nvSpPr>
        <p:spPr>
          <a:xfrm>
            <a:off x="4637887" y="46257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4" name="Editable shape 414"/>
          <p:cNvSpPr/>
          <p:nvPr/>
        </p:nvSpPr>
        <p:spPr>
          <a:xfrm>
            <a:off x="4753102" y="465944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5" name="Editable shape 415"/>
          <p:cNvSpPr/>
          <p:nvPr/>
        </p:nvSpPr>
        <p:spPr>
          <a:xfrm>
            <a:off x="4613884" y="461922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6" name="Editable shape 416"/>
          <p:cNvSpPr/>
          <p:nvPr/>
        </p:nvSpPr>
        <p:spPr>
          <a:xfrm>
            <a:off x="4526788" y="459446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7" name="Editable shape 417"/>
          <p:cNvSpPr/>
          <p:nvPr/>
        </p:nvSpPr>
        <p:spPr>
          <a:xfrm>
            <a:off x="4802479" y="467470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8" name="Editable shape 418"/>
          <p:cNvSpPr/>
          <p:nvPr/>
        </p:nvSpPr>
        <p:spPr>
          <a:xfrm>
            <a:off x="4532274" y="45970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19" name="Editable shape 419"/>
          <p:cNvSpPr/>
          <p:nvPr/>
        </p:nvSpPr>
        <p:spPr>
          <a:xfrm>
            <a:off x="4729099" y="46550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0" name="Editable shape 420"/>
          <p:cNvSpPr/>
          <p:nvPr/>
        </p:nvSpPr>
        <p:spPr>
          <a:xfrm>
            <a:off x="4797679" y="467589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1" name="Editable shape 421"/>
          <p:cNvSpPr/>
          <p:nvPr/>
        </p:nvSpPr>
        <p:spPr>
          <a:xfrm>
            <a:off x="4572736" y="46117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2" name="Editable shape 422"/>
          <p:cNvSpPr/>
          <p:nvPr/>
        </p:nvSpPr>
        <p:spPr>
          <a:xfrm>
            <a:off x="4799736" y="467906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3" name="Editable shape 423"/>
          <p:cNvSpPr/>
          <p:nvPr/>
        </p:nvSpPr>
        <p:spPr>
          <a:xfrm>
            <a:off x="4642688" y="463468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4" name="Editable shape 424"/>
          <p:cNvSpPr/>
          <p:nvPr/>
        </p:nvSpPr>
        <p:spPr>
          <a:xfrm>
            <a:off x="4624857" y="462953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5" name="Editable shape 425"/>
          <p:cNvSpPr/>
          <p:nvPr/>
        </p:nvSpPr>
        <p:spPr>
          <a:xfrm>
            <a:off x="4708525" y="465389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6" name="Editable shape 426"/>
          <p:cNvSpPr/>
          <p:nvPr/>
        </p:nvSpPr>
        <p:spPr>
          <a:xfrm>
            <a:off x="4570679" y="461665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7" name="Editable shape 427"/>
          <p:cNvSpPr/>
          <p:nvPr/>
        </p:nvSpPr>
        <p:spPr>
          <a:xfrm>
            <a:off x="4718126" y="46602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8" name="Editable shape 428"/>
          <p:cNvSpPr/>
          <p:nvPr/>
        </p:nvSpPr>
        <p:spPr>
          <a:xfrm>
            <a:off x="4533646" y="460714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29" name="Editable shape 429"/>
          <p:cNvSpPr/>
          <p:nvPr/>
        </p:nvSpPr>
        <p:spPr>
          <a:xfrm>
            <a:off x="4740757" y="466836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0" name="Editable shape 430"/>
          <p:cNvSpPr/>
          <p:nvPr/>
        </p:nvSpPr>
        <p:spPr>
          <a:xfrm>
            <a:off x="4614570" y="463171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1" name="Editable shape 431"/>
          <p:cNvSpPr/>
          <p:nvPr/>
        </p:nvSpPr>
        <p:spPr>
          <a:xfrm>
            <a:off x="4657090" y="464815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2" name="Editable shape 432"/>
          <p:cNvSpPr/>
          <p:nvPr/>
        </p:nvSpPr>
        <p:spPr>
          <a:xfrm>
            <a:off x="4816881" y="469471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3" name="Editable shape 433"/>
          <p:cNvSpPr/>
          <p:nvPr/>
        </p:nvSpPr>
        <p:spPr>
          <a:xfrm>
            <a:off x="4443120" y="459248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4" name="Editable shape 434"/>
          <p:cNvSpPr/>
          <p:nvPr/>
        </p:nvSpPr>
        <p:spPr>
          <a:xfrm>
            <a:off x="4539132" y="462457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5" name="Editable shape 435"/>
          <p:cNvSpPr/>
          <p:nvPr/>
        </p:nvSpPr>
        <p:spPr>
          <a:xfrm>
            <a:off x="4531588" y="46257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6" name="Editable shape 436"/>
          <p:cNvSpPr/>
          <p:nvPr/>
        </p:nvSpPr>
        <p:spPr>
          <a:xfrm>
            <a:off x="4532274" y="462655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7" name="Editable shape 437"/>
          <p:cNvSpPr/>
          <p:nvPr/>
        </p:nvSpPr>
        <p:spPr>
          <a:xfrm>
            <a:off x="4566564" y="463824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8" name="Editable shape 438"/>
          <p:cNvSpPr/>
          <p:nvPr/>
        </p:nvSpPr>
        <p:spPr>
          <a:xfrm>
            <a:off x="4521301" y="462695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39" name="Editable shape 439"/>
          <p:cNvSpPr/>
          <p:nvPr/>
        </p:nvSpPr>
        <p:spPr>
          <a:xfrm>
            <a:off x="4759274" y="469907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0" name="Editable shape 440"/>
          <p:cNvSpPr/>
          <p:nvPr/>
        </p:nvSpPr>
        <p:spPr>
          <a:xfrm>
            <a:off x="4471238" y="461922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1" name="Editable shape 441"/>
          <p:cNvSpPr/>
          <p:nvPr/>
        </p:nvSpPr>
        <p:spPr>
          <a:xfrm>
            <a:off x="4375226" y="460100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2" name="Editable shape 442"/>
          <p:cNvSpPr/>
          <p:nvPr/>
        </p:nvSpPr>
        <p:spPr>
          <a:xfrm>
            <a:off x="4449978" y="462754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3" name="Editable shape 443"/>
          <p:cNvSpPr/>
          <p:nvPr/>
        </p:nvSpPr>
        <p:spPr>
          <a:xfrm>
            <a:off x="4782591" y="472779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4" name="Editable shape 444"/>
          <p:cNvSpPr/>
          <p:nvPr/>
        </p:nvSpPr>
        <p:spPr>
          <a:xfrm>
            <a:off x="4684522" y="470858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5" name="Editable shape 445"/>
          <p:cNvSpPr/>
          <p:nvPr/>
        </p:nvSpPr>
        <p:spPr>
          <a:xfrm>
            <a:off x="4586452" y="46810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6" name="Editable shape 446"/>
          <p:cNvSpPr/>
          <p:nvPr/>
        </p:nvSpPr>
        <p:spPr>
          <a:xfrm>
            <a:off x="4639945" y="471531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7" name="Editable shape 447"/>
          <p:cNvSpPr/>
          <p:nvPr/>
        </p:nvSpPr>
        <p:spPr>
          <a:xfrm>
            <a:off x="4617999" y="47281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8" name="Editable shape 448"/>
          <p:cNvSpPr/>
          <p:nvPr/>
        </p:nvSpPr>
        <p:spPr>
          <a:xfrm>
            <a:off x="4666005" y="47703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49" name="Editable shape 449"/>
          <p:cNvSpPr/>
          <p:nvPr/>
        </p:nvSpPr>
        <p:spPr>
          <a:xfrm>
            <a:off x="4625543" y="479099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50" name="Editable shape 450"/>
          <p:cNvSpPr/>
          <p:nvPr/>
        </p:nvSpPr>
        <p:spPr>
          <a:xfrm>
            <a:off x="4316933" y="472106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51" name="Editable shape 451"/>
          <p:cNvSpPr/>
          <p:nvPr/>
        </p:nvSpPr>
        <p:spPr>
          <a:xfrm>
            <a:off x="4616627" y="481477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52" name="Editable shape 452"/>
          <p:cNvSpPr/>
          <p:nvPr/>
        </p:nvSpPr>
        <p:spPr>
          <a:xfrm>
            <a:off x="4557649" y="481873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453" name="Editable vector 453"/>
          <p:cNvSpPr/>
          <p:nvPr/>
        </p:nvSpPr>
        <p:spPr>
          <a:xfrm>
            <a:off x="889000" y="4480560"/>
            <a:ext cx="4800600" cy="1386840"/>
          </a:xfrm>
          <a:custGeom>
            <a:avLst/>
            <a:gdLst/>
            <a:ahLst/>
            <a:cxnLst/>
            <a:rect l="0" t="0" r="r" b="b"/>
            <a:pathLst>
              <a:path w="4800600" h="1386840" fill="none">
                <a:moveTo>
                  <a:pt x="0" y="0"/>
                </a:moveTo>
                <a:lnTo>
                  <a:pt x="0" y="1386840"/>
                </a:lnTo>
                <a:lnTo>
                  <a:pt x="4800600" y="138684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54" name="TfR1 arm pLDDT"/>
          <p:cNvSpPr txBox="1"/>
          <p:nvPr/>
        </p:nvSpPr>
        <p:spPr>
          <a:xfrm>
            <a:off x="1384300" y="6121400"/>
            <a:ext cx="381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17324D"/>
                </a:solidFill>
                <a:latin typeface="Arial"/>
              </a:rPr>
              <a:t>TfR1 arm pLDDT</a:t>
            </a:r>
          </a:p>
        </p:txBody>
      </p:sp>
      <p:sp>
        <p:nvSpPr>
          <p:cNvPr id="455" name="Editable vector 455"/>
          <p:cNvSpPr/>
          <p:nvPr/>
        </p:nvSpPr>
        <p:spPr>
          <a:xfrm>
            <a:off x="6959600" y="4292600"/>
            <a:ext cx="5080" cy="1574800"/>
          </a:xfrm>
          <a:custGeom>
            <a:avLst/>
            <a:gdLst/>
            <a:ahLst/>
            <a:cxnLst/>
            <a:rect l="0" t="0" r="r" b="b"/>
            <a:pathLst>
              <a:path w="5080" h="1574800" fill="none">
                <a:moveTo>
                  <a:pt x="0" y="0"/>
                </a:moveTo>
                <a:lnTo>
                  <a:pt x="0" y="157480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56" name="0.4"/>
          <p:cNvSpPr txBox="1"/>
          <p:nvPr/>
        </p:nvSpPr>
        <p:spPr>
          <a:xfrm>
            <a:off x="6654800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0.4</a:t>
            </a:r>
          </a:p>
        </p:txBody>
      </p:sp>
      <p:sp>
        <p:nvSpPr>
          <p:cNvPr id="457" name="Editable vector 457"/>
          <p:cNvSpPr/>
          <p:nvPr/>
        </p:nvSpPr>
        <p:spPr>
          <a:xfrm>
            <a:off x="8309428" y="4292600"/>
            <a:ext cx="5080" cy="1574800"/>
          </a:xfrm>
          <a:custGeom>
            <a:avLst/>
            <a:gdLst/>
            <a:ahLst/>
            <a:cxnLst/>
            <a:rect l="0" t="0" r="r" b="b"/>
            <a:pathLst>
              <a:path w="5080" h="1574800" fill="none">
                <a:moveTo>
                  <a:pt x="0" y="0"/>
                </a:moveTo>
                <a:lnTo>
                  <a:pt x="0" y="157480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58" name="0.5"/>
          <p:cNvSpPr txBox="1"/>
          <p:nvPr/>
        </p:nvSpPr>
        <p:spPr>
          <a:xfrm>
            <a:off x="8004628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0.5</a:t>
            </a:r>
          </a:p>
        </p:txBody>
      </p:sp>
      <p:sp>
        <p:nvSpPr>
          <p:cNvPr id="459" name="Editable vector 459"/>
          <p:cNvSpPr/>
          <p:nvPr/>
        </p:nvSpPr>
        <p:spPr>
          <a:xfrm>
            <a:off x="9659257" y="4292600"/>
            <a:ext cx="5080" cy="1574800"/>
          </a:xfrm>
          <a:custGeom>
            <a:avLst/>
            <a:gdLst/>
            <a:ahLst/>
            <a:cxnLst/>
            <a:rect l="0" t="0" r="r" b="b"/>
            <a:pathLst>
              <a:path w="5080" h="1574800" fill="none">
                <a:moveTo>
                  <a:pt x="0" y="0"/>
                </a:moveTo>
                <a:lnTo>
                  <a:pt x="0" y="157480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60" name="0.6"/>
          <p:cNvSpPr txBox="1"/>
          <p:nvPr/>
        </p:nvSpPr>
        <p:spPr>
          <a:xfrm>
            <a:off x="9354457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0.6</a:t>
            </a:r>
          </a:p>
        </p:txBody>
      </p:sp>
      <p:sp>
        <p:nvSpPr>
          <p:cNvPr id="461" name="Editable vector 461"/>
          <p:cNvSpPr/>
          <p:nvPr/>
        </p:nvSpPr>
        <p:spPr>
          <a:xfrm>
            <a:off x="11009085" y="4292600"/>
            <a:ext cx="5080" cy="1574800"/>
          </a:xfrm>
          <a:custGeom>
            <a:avLst/>
            <a:gdLst/>
            <a:ahLst/>
            <a:cxnLst/>
            <a:rect l="0" t="0" r="r" b="b"/>
            <a:pathLst>
              <a:path w="5080" h="1574800" fill="none">
                <a:moveTo>
                  <a:pt x="0" y="0"/>
                </a:moveTo>
                <a:lnTo>
                  <a:pt x="0" y="157480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62" name="0.7"/>
          <p:cNvSpPr txBox="1"/>
          <p:nvPr/>
        </p:nvSpPr>
        <p:spPr>
          <a:xfrm>
            <a:off x="10704285" y="5928360"/>
            <a:ext cx="6096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0.7</a:t>
            </a:r>
          </a:p>
        </p:txBody>
      </p:sp>
      <p:sp>
        <p:nvSpPr>
          <p:cNvPr id="463" name="Editable vector 463"/>
          <p:cNvSpPr/>
          <p:nvPr/>
        </p:nvSpPr>
        <p:spPr>
          <a:xfrm>
            <a:off x="6959600" y="5867400"/>
            <a:ext cx="4724400" cy="5080"/>
          </a:xfrm>
          <a:custGeom>
            <a:avLst/>
            <a:gdLst/>
            <a:ahLst/>
            <a:cxnLst/>
            <a:rect l="0" t="0" r="r" b="b"/>
            <a:pathLst>
              <a:path w="4724400" h="5080" fill="none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64" name="0"/>
          <p:cNvSpPr txBox="1"/>
          <p:nvPr/>
        </p:nvSpPr>
        <p:spPr>
          <a:xfrm>
            <a:off x="6593840" y="5796280"/>
            <a:ext cx="1320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0</a:t>
            </a:r>
          </a:p>
        </p:txBody>
      </p:sp>
      <p:sp>
        <p:nvSpPr>
          <p:cNvPr id="465" name="Editable vector 465"/>
          <p:cNvSpPr/>
          <p:nvPr/>
        </p:nvSpPr>
        <p:spPr>
          <a:xfrm>
            <a:off x="6959600" y="5342466"/>
            <a:ext cx="4724400" cy="5080"/>
          </a:xfrm>
          <a:custGeom>
            <a:avLst/>
            <a:gdLst/>
            <a:ahLst/>
            <a:cxnLst/>
            <a:rect l="0" t="0" r="r" b="b"/>
            <a:pathLst>
              <a:path w="4724400" h="5080" fill="none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66" name="10"/>
          <p:cNvSpPr txBox="1"/>
          <p:nvPr/>
        </p:nvSpPr>
        <p:spPr>
          <a:xfrm>
            <a:off x="6593840" y="5271346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10</a:t>
            </a:r>
          </a:p>
        </p:txBody>
      </p:sp>
      <p:sp>
        <p:nvSpPr>
          <p:cNvPr id="467" name="Editable vector 467"/>
          <p:cNvSpPr/>
          <p:nvPr/>
        </p:nvSpPr>
        <p:spPr>
          <a:xfrm>
            <a:off x="6959600" y="4817533"/>
            <a:ext cx="4724400" cy="5080"/>
          </a:xfrm>
          <a:custGeom>
            <a:avLst/>
            <a:gdLst/>
            <a:ahLst/>
            <a:cxnLst/>
            <a:rect l="0" t="0" r="r" b="b"/>
            <a:pathLst>
              <a:path w="4724400" h="5080" fill="none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68" name="20"/>
          <p:cNvSpPr txBox="1"/>
          <p:nvPr/>
        </p:nvSpPr>
        <p:spPr>
          <a:xfrm>
            <a:off x="6593840" y="4746413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20</a:t>
            </a:r>
          </a:p>
        </p:txBody>
      </p:sp>
      <p:sp>
        <p:nvSpPr>
          <p:cNvPr id="469" name="Editable vector 469"/>
          <p:cNvSpPr/>
          <p:nvPr/>
        </p:nvSpPr>
        <p:spPr>
          <a:xfrm>
            <a:off x="6959600" y="4292600"/>
            <a:ext cx="4724400" cy="5080"/>
          </a:xfrm>
          <a:custGeom>
            <a:avLst/>
            <a:gdLst/>
            <a:ahLst/>
            <a:cxnLst/>
            <a:rect l="0" t="0" r="r" b="b"/>
            <a:pathLst>
              <a:path w="4724400" h="5080" fill="none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5080" cap="rnd">
            <a:solidFill>
              <a:srgbClr val="E3EAF1"/>
            </a:solidFill>
          </a:ln>
        </p:spPr>
      </p:sp>
      <p:sp>
        <p:nvSpPr>
          <p:cNvPr id="470" name="30"/>
          <p:cNvSpPr txBox="1"/>
          <p:nvPr/>
        </p:nvSpPr>
        <p:spPr>
          <a:xfrm>
            <a:off x="6593840" y="4221480"/>
            <a:ext cx="22352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30</a:t>
            </a:r>
          </a:p>
        </p:txBody>
      </p:sp>
      <p:sp>
        <p:nvSpPr>
          <p:cNvPr id="471" name="Editable vector 471"/>
          <p:cNvSpPr/>
          <p:nvPr/>
        </p:nvSpPr>
        <p:spPr>
          <a:xfrm>
            <a:off x="69596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2" name="Editable vector 472"/>
          <p:cNvSpPr/>
          <p:nvPr/>
        </p:nvSpPr>
        <p:spPr>
          <a:xfrm>
            <a:off x="70510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3" name="Editable vector 473"/>
          <p:cNvSpPr/>
          <p:nvPr/>
        </p:nvSpPr>
        <p:spPr>
          <a:xfrm>
            <a:off x="71424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4" name="Editable vector 474"/>
          <p:cNvSpPr/>
          <p:nvPr/>
        </p:nvSpPr>
        <p:spPr>
          <a:xfrm>
            <a:off x="72339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5" name="Editable vector 475"/>
          <p:cNvSpPr/>
          <p:nvPr/>
        </p:nvSpPr>
        <p:spPr>
          <a:xfrm>
            <a:off x="73253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6" name="Editable vector 476"/>
          <p:cNvSpPr/>
          <p:nvPr/>
        </p:nvSpPr>
        <p:spPr>
          <a:xfrm>
            <a:off x="74168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7" name="Editable vector 477"/>
          <p:cNvSpPr/>
          <p:nvPr/>
        </p:nvSpPr>
        <p:spPr>
          <a:xfrm>
            <a:off x="75082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8" name="Editable vector 478"/>
          <p:cNvSpPr/>
          <p:nvPr/>
        </p:nvSpPr>
        <p:spPr>
          <a:xfrm>
            <a:off x="75996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79" name="Editable vector 479"/>
          <p:cNvSpPr/>
          <p:nvPr/>
        </p:nvSpPr>
        <p:spPr>
          <a:xfrm>
            <a:off x="76911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0" name="Editable vector 480"/>
          <p:cNvSpPr/>
          <p:nvPr/>
        </p:nvSpPr>
        <p:spPr>
          <a:xfrm>
            <a:off x="77825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1" name="Editable vector 481"/>
          <p:cNvSpPr/>
          <p:nvPr/>
        </p:nvSpPr>
        <p:spPr>
          <a:xfrm>
            <a:off x="78740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2" name="Editable vector 482"/>
          <p:cNvSpPr/>
          <p:nvPr/>
        </p:nvSpPr>
        <p:spPr>
          <a:xfrm>
            <a:off x="79654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3" name="Editable vector 483"/>
          <p:cNvSpPr/>
          <p:nvPr/>
        </p:nvSpPr>
        <p:spPr>
          <a:xfrm>
            <a:off x="80568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4" name="Editable vector 484"/>
          <p:cNvSpPr/>
          <p:nvPr/>
        </p:nvSpPr>
        <p:spPr>
          <a:xfrm>
            <a:off x="81483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5" name="Editable vector 485"/>
          <p:cNvSpPr/>
          <p:nvPr/>
        </p:nvSpPr>
        <p:spPr>
          <a:xfrm>
            <a:off x="82397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6" name="Editable vector 486"/>
          <p:cNvSpPr/>
          <p:nvPr/>
        </p:nvSpPr>
        <p:spPr>
          <a:xfrm>
            <a:off x="83312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7" name="Editable vector 487"/>
          <p:cNvSpPr/>
          <p:nvPr/>
        </p:nvSpPr>
        <p:spPr>
          <a:xfrm>
            <a:off x="84226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8" name="Editable vector 488"/>
          <p:cNvSpPr/>
          <p:nvPr/>
        </p:nvSpPr>
        <p:spPr>
          <a:xfrm>
            <a:off x="85140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89" name="Editable vector 489"/>
          <p:cNvSpPr/>
          <p:nvPr/>
        </p:nvSpPr>
        <p:spPr>
          <a:xfrm>
            <a:off x="86055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0" name="Editable vector 490"/>
          <p:cNvSpPr/>
          <p:nvPr/>
        </p:nvSpPr>
        <p:spPr>
          <a:xfrm>
            <a:off x="86969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1" name="Editable vector 491"/>
          <p:cNvSpPr/>
          <p:nvPr/>
        </p:nvSpPr>
        <p:spPr>
          <a:xfrm>
            <a:off x="87884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2" name="Editable vector 492"/>
          <p:cNvSpPr/>
          <p:nvPr/>
        </p:nvSpPr>
        <p:spPr>
          <a:xfrm>
            <a:off x="88798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3" name="Editable vector 493"/>
          <p:cNvSpPr/>
          <p:nvPr/>
        </p:nvSpPr>
        <p:spPr>
          <a:xfrm>
            <a:off x="89712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4" name="Editable vector 494"/>
          <p:cNvSpPr/>
          <p:nvPr/>
        </p:nvSpPr>
        <p:spPr>
          <a:xfrm>
            <a:off x="90627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5" name="Editable vector 495"/>
          <p:cNvSpPr/>
          <p:nvPr/>
        </p:nvSpPr>
        <p:spPr>
          <a:xfrm>
            <a:off x="91541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6" name="Editable vector 496"/>
          <p:cNvSpPr/>
          <p:nvPr/>
        </p:nvSpPr>
        <p:spPr>
          <a:xfrm>
            <a:off x="92456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7" name="Editable vector 497"/>
          <p:cNvSpPr/>
          <p:nvPr/>
        </p:nvSpPr>
        <p:spPr>
          <a:xfrm>
            <a:off x="93370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8" name="Editable vector 498"/>
          <p:cNvSpPr/>
          <p:nvPr/>
        </p:nvSpPr>
        <p:spPr>
          <a:xfrm>
            <a:off x="94284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499" name="Editable vector 499"/>
          <p:cNvSpPr/>
          <p:nvPr/>
        </p:nvSpPr>
        <p:spPr>
          <a:xfrm>
            <a:off x="95199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0" name="Editable vector 500"/>
          <p:cNvSpPr/>
          <p:nvPr/>
        </p:nvSpPr>
        <p:spPr>
          <a:xfrm>
            <a:off x="96113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1" name="Editable vector 501"/>
          <p:cNvSpPr/>
          <p:nvPr/>
        </p:nvSpPr>
        <p:spPr>
          <a:xfrm>
            <a:off x="97028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2" name="Editable vector 502"/>
          <p:cNvSpPr/>
          <p:nvPr/>
        </p:nvSpPr>
        <p:spPr>
          <a:xfrm>
            <a:off x="97942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3" name="Editable vector 503"/>
          <p:cNvSpPr/>
          <p:nvPr/>
        </p:nvSpPr>
        <p:spPr>
          <a:xfrm>
            <a:off x="98856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4" name="Editable vector 504"/>
          <p:cNvSpPr/>
          <p:nvPr/>
        </p:nvSpPr>
        <p:spPr>
          <a:xfrm>
            <a:off x="99771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5" name="Editable vector 505"/>
          <p:cNvSpPr/>
          <p:nvPr/>
        </p:nvSpPr>
        <p:spPr>
          <a:xfrm>
            <a:off x="100685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6" name="Editable vector 506"/>
          <p:cNvSpPr/>
          <p:nvPr/>
        </p:nvSpPr>
        <p:spPr>
          <a:xfrm>
            <a:off x="101600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7" name="Editable vector 507"/>
          <p:cNvSpPr/>
          <p:nvPr/>
        </p:nvSpPr>
        <p:spPr>
          <a:xfrm>
            <a:off x="102514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8" name="Editable vector 508"/>
          <p:cNvSpPr/>
          <p:nvPr/>
        </p:nvSpPr>
        <p:spPr>
          <a:xfrm>
            <a:off x="103428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09" name="Editable vector 509"/>
          <p:cNvSpPr/>
          <p:nvPr/>
        </p:nvSpPr>
        <p:spPr>
          <a:xfrm>
            <a:off x="104343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0" name="Editable vector 510"/>
          <p:cNvSpPr/>
          <p:nvPr/>
        </p:nvSpPr>
        <p:spPr>
          <a:xfrm>
            <a:off x="105257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1" name="Editable vector 511"/>
          <p:cNvSpPr/>
          <p:nvPr/>
        </p:nvSpPr>
        <p:spPr>
          <a:xfrm>
            <a:off x="106172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2" name="Editable vector 512"/>
          <p:cNvSpPr/>
          <p:nvPr/>
        </p:nvSpPr>
        <p:spPr>
          <a:xfrm>
            <a:off x="107086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3" name="Editable vector 513"/>
          <p:cNvSpPr/>
          <p:nvPr/>
        </p:nvSpPr>
        <p:spPr>
          <a:xfrm>
            <a:off x="108000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4" name="Editable vector 514"/>
          <p:cNvSpPr/>
          <p:nvPr/>
        </p:nvSpPr>
        <p:spPr>
          <a:xfrm>
            <a:off x="108915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5" name="Editable vector 515"/>
          <p:cNvSpPr/>
          <p:nvPr/>
        </p:nvSpPr>
        <p:spPr>
          <a:xfrm>
            <a:off x="109829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6" name="Editable vector 516"/>
          <p:cNvSpPr/>
          <p:nvPr/>
        </p:nvSpPr>
        <p:spPr>
          <a:xfrm>
            <a:off x="110744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7" name="Editable vector 517"/>
          <p:cNvSpPr/>
          <p:nvPr/>
        </p:nvSpPr>
        <p:spPr>
          <a:xfrm>
            <a:off x="111658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8" name="Editable vector 518"/>
          <p:cNvSpPr/>
          <p:nvPr/>
        </p:nvSpPr>
        <p:spPr>
          <a:xfrm>
            <a:off x="1125728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19" name="Editable vector 519"/>
          <p:cNvSpPr/>
          <p:nvPr/>
        </p:nvSpPr>
        <p:spPr>
          <a:xfrm>
            <a:off x="1134872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20" name="Editable vector 520"/>
          <p:cNvSpPr/>
          <p:nvPr/>
        </p:nvSpPr>
        <p:spPr>
          <a:xfrm>
            <a:off x="1144016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21" name="Editable vector 521"/>
          <p:cNvSpPr/>
          <p:nvPr/>
        </p:nvSpPr>
        <p:spPr>
          <a:xfrm>
            <a:off x="1153160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22" name="Editable vector 522"/>
          <p:cNvSpPr/>
          <p:nvPr/>
        </p:nvSpPr>
        <p:spPr>
          <a:xfrm>
            <a:off x="11623040" y="5080000"/>
            <a:ext cx="50800" cy="5080"/>
          </a:xfrm>
          <a:custGeom>
            <a:avLst/>
            <a:gdLst/>
            <a:ahLst/>
            <a:cxnLst/>
            <a:rect l="0" t="0" r="r" b="b"/>
            <a:pathLst>
              <a:path w="50800" h="5080" fill="none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523" name="Editable shape 523"/>
          <p:cNvSpPr/>
          <p:nvPr/>
        </p:nvSpPr>
        <p:spPr>
          <a:xfrm>
            <a:off x="9094941" y="464826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4" name="Editable shape 524"/>
          <p:cNvSpPr/>
          <p:nvPr/>
        </p:nvSpPr>
        <p:spPr>
          <a:xfrm>
            <a:off x="9094941" y="453645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5" name="Editable shape 525"/>
          <p:cNvSpPr/>
          <p:nvPr/>
        </p:nvSpPr>
        <p:spPr>
          <a:xfrm>
            <a:off x="8555010" y="471808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6" name="Editable shape 526"/>
          <p:cNvSpPr/>
          <p:nvPr/>
        </p:nvSpPr>
        <p:spPr>
          <a:xfrm>
            <a:off x="8285044" y="471650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7" name="Editable shape 527"/>
          <p:cNvSpPr/>
          <p:nvPr/>
        </p:nvSpPr>
        <p:spPr>
          <a:xfrm>
            <a:off x="8420027" y="467451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8" name="Editable shape 528"/>
          <p:cNvSpPr/>
          <p:nvPr/>
        </p:nvSpPr>
        <p:spPr>
          <a:xfrm>
            <a:off x="8150061" y="470391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29" name="Editable shape 529"/>
          <p:cNvSpPr/>
          <p:nvPr/>
        </p:nvSpPr>
        <p:spPr>
          <a:xfrm>
            <a:off x="8555010" y="465719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0" name="Editable shape 530"/>
          <p:cNvSpPr/>
          <p:nvPr/>
        </p:nvSpPr>
        <p:spPr>
          <a:xfrm>
            <a:off x="9229924" y="461099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1" name="Editable shape 531"/>
          <p:cNvSpPr/>
          <p:nvPr/>
        </p:nvSpPr>
        <p:spPr>
          <a:xfrm>
            <a:off x="11389650" y="530285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2" name="Editable shape 532"/>
          <p:cNvSpPr/>
          <p:nvPr/>
        </p:nvSpPr>
        <p:spPr>
          <a:xfrm>
            <a:off x="8824976" y="472543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3" name="Editable shape 533"/>
          <p:cNvSpPr/>
          <p:nvPr/>
        </p:nvSpPr>
        <p:spPr>
          <a:xfrm>
            <a:off x="8555010" y="469236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4" name="Editable shape 534"/>
          <p:cNvSpPr/>
          <p:nvPr/>
        </p:nvSpPr>
        <p:spPr>
          <a:xfrm>
            <a:off x="9364907" y="480837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5" name="Editable shape 535"/>
          <p:cNvSpPr/>
          <p:nvPr/>
        </p:nvSpPr>
        <p:spPr>
          <a:xfrm>
            <a:off x="8824976" y="455115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6" name="Editable shape 536"/>
          <p:cNvSpPr/>
          <p:nvPr/>
        </p:nvSpPr>
        <p:spPr>
          <a:xfrm>
            <a:off x="10309787" y="514905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7" name="Editable shape 537"/>
          <p:cNvSpPr/>
          <p:nvPr/>
        </p:nvSpPr>
        <p:spPr>
          <a:xfrm>
            <a:off x="8959958" y="474748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8" name="Editable shape 538"/>
          <p:cNvSpPr/>
          <p:nvPr/>
        </p:nvSpPr>
        <p:spPr>
          <a:xfrm>
            <a:off x="8285044" y="471808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39" name="Editable shape 539"/>
          <p:cNvSpPr/>
          <p:nvPr/>
        </p:nvSpPr>
        <p:spPr>
          <a:xfrm>
            <a:off x="8824976" y="438947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0" name="Editable shape 540"/>
          <p:cNvSpPr/>
          <p:nvPr/>
        </p:nvSpPr>
        <p:spPr>
          <a:xfrm>
            <a:off x="8959958" y="484196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1" name="Editable shape 541"/>
          <p:cNvSpPr/>
          <p:nvPr/>
        </p:nvSpPr>
        <p:spPr>
          <a:xfrm>
            <a:off x="9094941" y="483671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2" name="Editable shape 542"/>
          <p:cNvSpPr/>
          <p:nvPr/>
        </p:nvSpPr>
        <p:spPr>
          <a:xfrm>
            <a:off x="8555010" y="478265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3" name="Editable shape 543"/>
          <p:cNvSpPr/>
          <p:nvPr/>
        </p:nvSpPr>
        <p:spPr>
          <a:xfrm>
            <a:off x="8689993" y="476375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4" name="Editable shape 544"/>
          <p:cNvSpPr/>
          <p:nvPr/>
        </p:nvSpPr>
        <p:spPr>
          <a:xfrm>
            <a:off x="9769856" y="505404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5" name="Editable shape 545"/>
          <p:cNvSpPr/>
          <p:nvPr/>
        </p:nvSpPr>
        <p:spPr>
          <a:xfrm>
            <a:off x="8015078" y="444406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6" name="Editable shape 546"/>
          <p:cNvSpPr/>
          <p:nvPr/>
        </p:nvSpPr>
        <p:spPr>
          <a:xfrm>
            <a:off x="8959958" y="479997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7" name="Editable shape 547"/>
          <p:cNvSpPr/>
          <p:nvPr/>
        </p:nvSpPr>
        <p:spPr>
          <a:xfrm>
            <a:off x="10714736" y="519944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8" name="Editable shape 548"/>
          <p:cNvSpPr/>
          <p:nvPr/>
        </p:nvSpPr>
        <p:spPr>
          <a:xfrm>
            <a:off x="9364907" y="496585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49" name="Editable shape 549"/>
          <p:cNvSpPr/>
          <p:nvPr/>
        </p:nvSpPr>
        <p:spPr>
          <a:xfrm>
            <a:off x="8420027" y="474380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0" name="Editable shape 550"/>
          <p:cNvSpPr/>
          <p:nvPr/>
        </p:nvSpPr>
        <p:spPr>
          <a:xfrm>
            <a:off x="9634873" y="484774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1" name="Editable shape 551"/>
          <p:cNvSpPr/>
          <p:nvPr/>
        </p:nvSpPr>
        <p:spPr>
          <a:xfrm>
            <a:off x="7880096" y="485666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2" name="Editable shape 552"/>
          <p:cNvSpPr/>
          <p:nvPr/>
        </p:nvSpPr>
        <p:spPr>
          <a:xfrm>
            <a:off x="8689993" y="446979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3" name="Editable shape 553"/>
          <p:cNvSpPr/>
          <p:nvPr/>
        </p:nvSpPr>
        <p:spPr>
          <a:xfrm>
            <a:off x="8824976" y="476270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4" name="Editable shape 554"/>
          <p:cNvSpPr/>
          <p:nvPr/>
        </p:nvSpPr>
        <p:spPr>
          <a:xfrm>
            <a:off x="8824976" y="468868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5" name="Editable shape 555"/>
          <p:cNvSpPr/>
          <p:nvPr/>
        </p:nvSpPr>
        <p:spPr>
          <a:xfrm>
            <a:off x="9229924" y="503986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6" name="Editable shape 556"/>
          <p:cNvSpPr/>
          <p:nvPr/>
        </p:nvSpPr>
        <p:spPr>
          <a:xfrm>
            <a:off x="9769856" y="490443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7" name="Editable shape 557"/>
          <p:cNvSpPr/>
          <p:nvPr/>
        </p:nvSpPr>
        <p:spPr>
          <a:xfrm>
            <a:off x="9229924" y="502726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8" name="Editable shape 558"/>
          <p:cNvSpPr/>
          <p:nvPr/>
        </p:nvSpPr>
        <p:spPr>
          <a:xfrm>
            <a:off x="9499890" y="506611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59" name="Editable shape 559"/>
          <p:cNvSpPr/>
          <p:nvPr/>
        </p:nvSpPr>
        <p:spPr>
          <a:xfrm>
            <a:off x="9229924" y="4780550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0" name="Editable shape 560"/>
          <p:cNvSpPr/>
          <p:nvPr/>
        </p:nvSpPr>
        <p:spPr>
          <a:xfrm>
            <a:off x="9094941" y="471020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1" name="Editable shape 561"/>
          <p:cNvSpPr/>
          <p:nvPr/>
        </p:nvSpPr>
        <p:spPr>
          <a:xfrm>
            <a:off x="9634873" y="497897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2" name="Editable shape 562"/>
          <p:cNvSpPr/>
          <p:nvPr/>
        </p:nvSpPr>
        <p:spPr>
          <a:xfrm>
            <a:off x="9094941" y="491808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3" name="Editable shape 563"/>
          <p:cNvSpPr/>
          <p:nvPr/>
        </p:nvSpPr>
        <p:spPr>
          <a:xfrm>
            <a:off x="8824976" y="499314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4" name="Editable shape 564"/>
          <p:cNvSpPr/>
          <p:nvPr/>
        </p:nvSpPr>
        <p:spPr>
          <a:xfrm>
            <a:off x="8959958" y="474905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5" name="Editable shape 565"/>
          <p:cNvSpPr/>
          <p:nvPr/>
        </p:nvSpPr>
        <p:spPr>
          <a:xfrm>
            <a:off x="10174804" y="5076613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6" name="Editable shape 566"/>
          <p:cNvSpPr/>
          <p:nvPr/>
        </p:nvSpPr>
        <p:spPr>
          <a:xfrm>
            <a:off x="10444770" y="508343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7" name="Editable shape 567"/>
          <p:cNvSpPr/>
          <p:nvPr/>
        </p:nvSpPr>
        <p:spPr>
          <a:xfrm>
            <a:off x="9364907" y="477110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8" name="Editable shape 568"/>
          <p:cNvSpPr/>
          <p:nvPr/>
        </p:nvSpPr>
        <p:spPr>
          <a:xfrm>
            <a:off x="9094941" y="475272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69" name="Editable shape 569"/>
          <p:cNvSpPr/>
          <p:nvPr/>
        </p:nvSpPr>
        <p:spPr>
          <a:xfrm>
            <a:off x="9364907" y="476952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0" name="Editable shape 570"/>
          <p:cNvSpPr/>
          <p:nvPr/>
        </p:nvSpPr>
        <p:spPr>
          <a:xfrm>
            <a:off x="7745113" y="4856141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1" name="Editable shape 571"/>
          <p:cNvSpPr/>
          <p:nvPr/>
        </p:nvSpPr>
        <p:spPr>
          <a:xfrm>
            <a:off x="9364907" y="488921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2" name="Editable shape 572"/>
          <p:cNvSpPr/>
          <p:nvPr/>
        </p:nvSpPr>
        <p:spPr>
          <a:xfrm>
            <a:off x="10174804" y="508133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3" name="Editable shape 573"/>
          <p:cNvSpPr/>
          <p:nvPr/>
        </p:nvSpPr>
        <p:spPr>
          <a:xfrm>
            <a:off x="8959958" y="487923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4" name="Editable shape 574"/>
          <p:cNvSpPr/>
          <p:nvPr/>
        </p:nvSpPr>
        <p:spPr>
          <a:xfrm>
            <a:off x="10309787" y="510600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5" name="Editable shape 575"/>
          <p:cNvSpPr/>
          <p:nvPr/>
        </p:nvSpPr>
        <p:spPr>
          <a:xfrm>
            <a:off x="8420027" y="483094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6" name="Editable shape 576"/>
          <p:cNvSpPr/>
          <p:nvPr/>
        </p:nvSpPr>
        <p:spPr>
          <a:xfrm>
            <a:off x="9634873" y="492595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7" name="Editable shape 577"/>
          <p:cNvSpPr/>
          <p:nvPr/>
        </p:nvSpPr>
        <p:spPr>
          <a:xfrm>
            <a:off x="8959958" y="4720708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8" name="Editable shape 578"/>
          <p:cNvSpPr/>
          <p:nvPr/>
        </p:nvSpPr>
        <p:spPr>
          <a:xfrm>
            <a:off x="9769856" y="501939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79" name="Editable shape 579"/>
          <p:cNvSpPr/>
          <p:nvPr/>
        </p:nvSpPr>
        <p:spPr>
          <a:xfrm>
            <a:off x="8555010" y="467031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0" name="Editable shape 580"/>
          <p:cNvSpPr/>
          <p:nvPr/>
        </p:nvSpPr>
        <p:spPr>
          <a:xfrm>
            <a:off x="9364907" y="4873464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1" name="Editable shape 581"/>
          <p:cNvSpPr/>
          <p:nvPr/>
        </p:nvSpPr>
        <p:spPr>
          <a:xfrm>
            <a:off x="9769856" y="484616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2" name="Editable shape 582"/>
          <p:cNvSpPr/>
          <p:nvPr/>
        </p:nvSpPr>
        <p:spPr>
          <a:xfrm>
            <a:off x="8015078" y="488396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3" name="Editable shape 583"/>
          <p:cNvSpPr/>
          <p:nvPr/>
        </p:nvSpPr>
        <p:spPr>
          <a:xfrm>
            <a:off x="9364907" y="482359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4" name="Editable shape 584"/>
          <p:cNvSpPr/>
          <p:nvPr/>
        </p:nvSpPr>
        <p:spPr>
          <a:xfrm>
            <a:off x="9094941" y="488868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5" name="Editable shape 585"/>
          <p:cNvSpPr/>
          <p:nvPr/>
        </p:nvSpPr>
        <p:spPr>
          <a:xfrm>
            <a:off x="9364907" y="4934356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6" name="Editable shape 586"/>
          <p:cNvSpPr/>
          <p:nvPr/>
        </p:nvSpPr>
        <p:spPr>
          <a:xfrm>
            <a:off x="8689993" y="4821495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7" name="Editable shape 587"/>
          <p:cNvSpPr/>
          <p:nvPr/>
        </p:nvSpPr>
        <p:spPr>
          <a:xfrm>
            <a:off x="8824976" y="4834619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8" name="Editable shape 588"/>
          <p:cNvSpPr/>
          <p:nvPr/>
        </p:nvSpPr>
        <p:spPr>
          <a:xfrm>
            <a:off x="8959958" y="4767427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89" name="Editable shape 589"/>
          <p:cNvSpPr/>
          <p:nvPr/>
        </p:nvSpPr>
        <p:spPr>
          <a:xfrm>
            <a:off x="8824976" y="4730682"/>
            <a:ext cx="48768" cy="48768"/>
          </a:xfrm>
          <a:prstGeom prst="ellipse">
            <a:avLst/>
          </a:prstGeom>
          <a:solidFill>
            <a:srgbClr val="A8B1BA"/>
          </a:solidFill>
          <a:ln w="12700">
            <a:solidFill>
              <a:srgbClr val="FFFFFF"/>
            </a:solidFill>
          </a:ln>
        </p:spPr>
      </p:sp>
      <p:sp>
        <p:nvSpPr>
          <p:cNvPr id="590" name="Editable shape 590"/>
          <p:cNvSpPr/>
          <p:nvPr/>
        </p:nvSpPr>
        <p:spPr>
          <a:xfrm>
            <a:off x="8015078" y="455587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1" name="Editable shape 591"/>
          <p:cNvSpPr/>
          <p:nvPr/>
        </p:nvSpPr>
        <p:spPr>
          <a:xfrm>
            <a:off x="8420027" y="477687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2" name="Editable shape 592"/>
          <p:cNvSpPr/>
          <p:nvPr/>
        </p:nvSpPr>
        <p:spPr>
          <a:xfrm>
            <a:off x="9094941" y="47175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3" name="Editable shape 593"/>
          <p:cNvSpPr/>
          <p:nvPr/>
        </p:nvSpPr>
        <p:spPr>
          <a:xfrm>
            <a:off x="9634873" y="488868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4" name="Editable shape 594"/>
          <p:cNvSpPr/>
          <p:nvPr/>
        </p:nvSpPr>
        <p:spPr>
          <a:xfrm>
            <a:off x="8824976" y="478685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5" name="Editable shape 595"/>
          <p:cNvSpPr/>
          <p:nvPr/>
        </p:nvSpPr>
        <p:spPr>
          <a:xfrm>
            <a:off x="8555010" y="469393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6" name="Editable shape 596"/>
          <p:cNvSpPr/>
          <p:nvPr/>
        </p:nvSpPr>
        <p:spPr>
          <a:xfrm>
            <a:off x="9499890" y="470443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7" name="Editable shape 597"/>
          <p:cNvSpPr/>
          <p:nvPr/>
        </p:nvSpPr>
        <p:spPr>
          <a:xfrm>
            <a:off x="9364907" y="481572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8" name="Editable shape 598"/>
          <p:cNvSpPr/>
          <p:nvPr/>
        </p:nvSpPr>
        <p:spPr>
          <a:xfrm>
            <a:off x="9094941" y="46377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599" name="Editable shape 599"/>
          <p:cNvSpPr/>
          <p:nvPr/>
        </p:nvSpPr>
        <p:spPr>
          <a:xfrm>
            <a:off x="8555010" y="461887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0" name="Editable shape 600"/>
          <p:cNvSpPr/>
          <p:nvPr/>
        </p:nvSpPr>
        <p:spPr>
          <a:xfrm>
            <a:off x="8689993" y="46031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1" name="Editable shape 601"/>
          <p:cNvSpPr/>
          <p:nvPr/>
        </p:nvSpPr>
        <p:spPr>
          <a:xfrm>
            <a:off x="8555010" y="463251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2" name="Editable shape 602"/>
          <p:cNvSpPr/>
          <p:nvPr/>
        </p:nvSpPr>
        <p:spPr>
          <a:xfrm>
            <a:off x="9634873" y="48587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3" name="Editable shape 603"/>
          <p:cNvSpPr/>
          <p:nvPr/>
        </p:nvSpPr>
        <p:spPr>
          <a:xfrm>
            <a:off x="9094941" y="459314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4" name="Editable shape 604"/>
          <p:cNvSpPr/>
          <p:nvPr/>
        </p:nvSpPr>
        <p:spPr>
          <a:xfrm>
            <a:off x="8824976" y="45700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5" name="Editable shape 605"/>
          <p:cNvSpPr/>
          <p:nvPr/>
        </p:nvSpPr>
        <p:spPr>
          <a:xfrm>
            <a:off x="8959958" y="457845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6" name="Editable shape 606"/>
          <p:cNvSpPr/>
          <p:nvPr/>
        </p:nvSpPr>
        <p:spPr>
          <a:xfrm>
            <a:off x="8959958" y="487031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7" name="Editable shape 607"/>
          <p:cNvSpPr/>
          <p:nvPr/>
        </p:nvSpPr>
        <p:spPr>
          <a:xfrm>
            <a:off x="9229924" y="471493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8" name="Editable shape 608"/>
          <p:cNvSpPr/>
          <p:nvPr/>
        </p:nvSpPr>
        <p:spPr>
          <a:xfrm>
            <a:off x="9634873" y="475325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09" name="Editable shape 609"/>
          <p:cNvSpPr/>
          <p:nvPr/>
        </p:nvSpPr>
        <p:spPr>
          <a:xfrm>
            <a:off x="9094941" y="45742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0" name="Editable shape 610"/>
          <p:cNvSpPr/>
          <p:nvPr/>
        </p:nvSpPr>
        <p:spPr>
          <a:xfrm>
            <a:off x="8959958" y="455430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1" name="Editable shape 611"/>
          <p:cNvSpPr/>
          <p:nvPr/>
        </p:nvSpPr>
        <p:spPr>
          <a:xfrm>
            <a:off x="8824976" y="454223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2" name="Editable shape 612"/>
          <p:cNvSpPr/>
          <p:nvPr/>
        </p:nvSpPr>
        <p:spPr>
          <a:xfrm>
            <a:off x="8285044" y="456532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3" name="Editable shape 613"/>
          <p:cNvSpPr/>
          <p:nvPr/>
        </p:nvSpPr>
        <p:spPr>
          <a:xfrm>
            <a:off x="8420027" y="46708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4" name="Editable shape 614"/>
          <p:cNvSpPr/>
          <p:nvPr/>
        </p:nvSpPr>
        <p:spPr>
          <a:xfrm>
            <a:off x="9634873" y="471388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5" name="Editable shape 615"/>
          <p:cNvSpPr/>
          <p:nvPr/>
        </p:nvSpPr>
        <p:spPr>
          <a:xfrm>
            <a:off x="8420027" y="460469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6" name="Editable shape 616"/>
          <p:cNvSpPr/>
          <p:nvPr/>
        </p:nvSpPr>
        <p:spPr>
          <a:xfrm>
            <a:off x="8420027" y="470548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7" name="Editable shape 617"/>
          <p:cNvSpPr/>
          <p:nvPr/>
        </p:nvSpPr>
        <p:spPr>
          <a:xfrm>
            <a:off x="8689993" y="475692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8" name="Editable shape 618"/>
          <p:cNvSpPr/>
          <p:nvPr/>
        </p:nvSpPr>
        <p:spPr>
          <a:xfrm>
            <a:off x="9364907" y="463094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19" name="Editable shape 619"/>
          <p:cNvSpPr/>
          <p:nvPr/>
        </p:nvSpPr>
        <p:spPr>
          <a:xfrm>
            <a:off x="8285044" y="470811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0" name="Editable shape 620"/>
          <p:cNvSpPr/>
          <p:nvPr/>
        </p:nvSpPr>
        <p:spPr>
          <a:xfrm>
            <a:off x="8555010" y="45926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1" name="Editable shape 621"/>
          <p:cNvSpPr/>
          <p:nvPr/>
        </p:nvSpPr>
        <p:spPr>
          <a:xfrm>
            <a:off x="9094941" y="46136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2" name="Editable shape 622"/>
          <p:cNvSpPr/>
          <p:nvPr/>
        </p:nvSpPr>
        <p:spPr>
          <a:xfrm>
            <a:off x="9499890" y="462727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3" name="Editable shape 623"/>
          <p:cNvSpPr/>
          <p:nvPr/>
        </p:nvSpPr>
        <p:spPr>
          <a:xfrm>
            <a:off x="8285044" y="469761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4" name="Editable shape 624"/>
          <p:cNvSpPr/>
          <p:nvPr/>
        </p:nvSpPr>
        <p:spPr>
          <a:xfrm>
            <a:off x="8689993" y="472805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5" name="Editable shape 625"/>
          <p:cNvSpPr/>
          <p:nvPr/>
        </p:nvSpPr>
        <p:spPr>
          <a:xfrm>
            <a:off x="8285044" y="471283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6" name="Editable shape 626"/>
          <p:cNvSpPr/>
          <p:nvPr/>
        </p:nvSpPr>
        <p:spPr>
          <a:xfrm>
            <a:off x="8959958" y="483829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7" name="Editable shape 627"/>
          <p:cNvSpPr/>
          <p:nvPr/>
        </p:nvSpPr>
        <p:spPr>
          <a:xfrm>
            <a:off x="8015078" y="46031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8" name="Editable shape 628"/>
          <p:cNvSpPr/>
          <p:nvPr/>
        </p:nvSpPr>
        <p:spPr>
          <a:xfrm>
            <a:off x="8555010" y="47800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29" name="Editable shape 629"/>
          <p:cNvSpPr/>
          <p:nvPr/>
        </p:nvSpPr>
        <p:spPr>
          <a:xfrm>
            <a:off x="8689993" y="477267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0" name="Editable shape 630"/>
          <p:cNvSpPr/>
          <p:nvPr/>
        </p:nvSpPr>
        <p:spPr>
          <a:xfrm>
            <a:off x="8689993" y="464459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1" name="Editable shape 631"/>
          <p:cNvSpPr/>
          <p:nvPr/>
        </p:nvSpPr>
        <p:spPr>
          <a:xfrm>
            <a:off x="8824976" y="46115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2" name="Editable shape 632"/>
          <p:cNvSpPr/>
          <p:nvPr/>
        </p:nvSpPr>
        <p:spPr>
          <a:xfrm>
            <a:off x="8959958" y="460994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3" name="Editable shape 633"/>
          <p:cNvSpPr/>
          <p:nvPr/>
        </p:nvSpPr>
        <p:spPr>
          <a:xfrm>
            <a:off x="8015078" y="467398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4" name="Editable shape 634"/>
          <p:cNvSpPr/>
          <p:nvPr/>
        </p:nvSpPr>
        <p:spPr>
          <a:xfrm>
            <a:off x="8959958" y="46335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5" name="Editable shape 635"/>
          <p:cNvSpPr/>
          <p:nvPr/>
        </p:nvSpPr>
        <p:spPr>
          <a:xfrm>
            <a:off x="8689993" y="45879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6" name="Editable shape 636"/>
          <p:cNvSpPr/>
          <p:nvPr/>
        </p:nvSpPr>
        <p:spPr>
          <a:xfrm>
            <a:off x="8689993" y="461309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7" name="Editable shape 637"/>
          <p:cNvSpPr/>
          <p:nvPr/>
        </p:nvSpPr>
        <p:spPr>
          <a:xfrm>
            <a:off x="8824976" y="461677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8" name="Editable shape 638"/>
          <p:cNvSpPr/>
          <p:nvPr/>
        </p:nvSpPr>
        <p:spPr>
          <a:xfrm>
            <a:off x="8689993" y="459997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39" name="Editable shape 639"/>
          <p:cNvSpPr/>
          <p:nvPr/>
        </p:nvSpPr>
        <p:spPr>
          <a:xfrm>
            <a:off x="7880096" y="46519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0" name="Editable shape 640"/>
          <p:cNvSpPr/>
          <p:nvPr/>
        </p:nvSpPr>
        <p:spPr>
          <a:xfrm>
            <a:off x="8689993" y="460837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1" name="Editable shape 641"/>
          <p:cNvSpPr/>
          <p:nvPr/>
        </p:nvSpPr>
        <p:spPr>
          <a:xfrm>
            <a:off x="8555010" y="458317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2" name="Editable shape 642"/>
          <p:cNvSpPr/>
          <p:nvPr/>
        </p:nvSpPr>
        <p:spPr>
          <a:xfrm>
            <a:off x="8420027" y="461099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3" name="Editable shape 643"/>
          <p:cNvSpPr/>
          <p:nvPr/>
        </p:nvSpPr>
        <p:spPr>
          <a:xfrm>
            <a:off x="8689993" y="466611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4" name="Editable shape 644"/>
          <p:cNvSpPr/>
          <p:nvPr/>
        </p:nvSpPr>
        <p:spPr>
          <a:xfrm>
            <a:off x="8420027" y="463304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5" name="Editable shape 645"/>
          <p:cNvSpPr/>
          <p:nvPr/>
        </p:nvSpPr>
        <p:spPr>
          <a:xfrm>
            <a:off x="9229924" y="46335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6" name="Editable shape 646"/>
          <p:cNvSpPr/>
          <p:nvPr/>
        </p:nvSpPr>
        <p:spPr>
          <a:xfrm>
            <a:off x="8959958" y="453803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7" name="Editable shape 647"/>
          <p:cNvSpPr/>
          <p:nvPr/>
        </p:nvSpPr>
        <p:spPr>
          <a:xfrm>
            <a:off x="8285044" y="464669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8" name="Editable shape 648"/>
          <p:cNvSpPr/>
          <p:nvPr/>
        </p:nvSpPr>
        <p:spPr>
          <a:xfrm>
            <a:off x="9634873" y="483776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49" name="Editable shape 649"/>
          <p:cNvSpPr/>
          <p:nvPr/>
        </p:nvSpPr>
        <p:spPr>
          <a:xfrm>
            <a:off x="8959958" y="455797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0" name="Editable shape 650"/>
          <p:cNvSpPr/>
          <p:nvPr/>
        </p:nvSpPr>
        <p:spPr>
          <a:xfrm>
            <a:off x="8824976" y="452753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1" name="Editable shape 651"/>
          <p:cNvSpPr/>
          <p:nvPr/>
        </p:nvSpPr>
        <p:spPr>
          <a:xfrm>
            <a:off x="9499890" y="474643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2" name="Editable shape 652"/>
          <p:cNvSpPr/>
          <p:nvPr/>
        </p:nvSpPr>
        <p:spPr>
          <a:xfrm>
            <a:off x="7745113" y="463042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3" name="Editable shape 653"/>
          <p:cNvSpPr/>
          <p:nvPr/>
        </p:nvSpPr>
        <p:spPr>
          <a:xfrm>
            <a:off x="8959958" y="47737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4" name="Editable shape 654"/>
          <p:cNvSpPr/>
          <p:nvPr/>
        </p:nvSpPr>
        <p:spPr>
          <a:xfrm>
            <a:off x="8689993" y="46031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5" name="Editable shape 655"/>
          <p:cNvSpPr/>
          <p:nvPr/>
        </p:nvSpPr>
        <p:spPr>
          <a:xfrm>
            <a:off x="8824976" y="45679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6" name="Editable shape 656"/>
          <p:cNvSpPr/>
          <p:nvPr/>
        </p:nvSpPr>
        <p:spPr>
          <a:xfrm>
            <a:off x="9499890" y="48277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7" name="Editable shape 657"/>
          <p:cNvSpPr/>
          <p:nvPr/>
        </p:nvSpPr>
        <p:spPr>
          <a:xfrm>
            <a:off x="9094941" y="461992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8" name="Editable shape 658"/>
          <p:cNvSpPr/>
          <p:nvPr/>
        </p:nvSpPr>
        <p:spPr>
          <a:xfrm>
            <a:off x="8959958" y="474748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59" name="Editable shape 659"/>
          <p:cNvSpPr/>
          <p:nvPr/>
        </p:nvSpPr>
        <p:spPr>
          <a:xfrm>
            <a:off x="8689993" y="468606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0" name="Editable shape 660"/>
          <p:cNvSpPr/>
          <p:nvPr/>
        </p:nvSpPr>
        <p:spPr>
          <a:xfrm>
            <a:off x="7610130" y="449131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1" name="Editable shape 661"/>
          <p:cNvSpPr/>
          <p:nvPr/>
        </p:nvSpPr>
        <p:spPr>
          <a:xfrm>
            <a:off x="8824976" y="468396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2" name="Editable shape 662"/>
          <p:cNvSpPr/>
          <p:nvPr/>
        </p:nvSpPr>
        <p:spPr>
          <a:xfrm>
            <a:off x="8824976" y="44792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3" name="Editable shape 663"/>
          <p:cNvSpPr/>
          <p:nvPr/>
        </p:nvSpPr>
        <p:spPr>
          <a:xfrm>
            <a:off x="8959958" y="468501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4" name="Editable shape 664"/>
          <p:cNvSpPr/>
          <p:nvPr/>
        </p:nvSpPr>
        <p:spPr>
          <a:xfrm>
            <a:off x="8285044" y="464826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5" name="Editable shape 665"/>
          <p:cNvSpPr/>
          <p:nvPr/>
        </p:nvSpPr>
        <p:spPr>
          <a:xfrm>
            <a:off x="8420027" y="463986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6" name="Editable shape 666"/>
          <p:cNvSpPr/>
          <p:nvPr/>
        </p:nvSpPr>
        <p:spPr>
          <a:xfrm>
            <a:off x="8689993" y="457057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7" name="Editable shape 667"/>
          <p:cNvSpPr/>
          <p:nvPr/>
        </p:nvSpPr>
        <p:spPr>
          <a:xfrm>
            <a:off x="9094941" y="45758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8" name="Editable shape 668"/>
          <p:cNvSpPr/>
          <p:nvPr/>
        </p:nvSpPr>
        <p:spPr>
          <a:xfrm>
            <a:off x="9499890" y="469498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69" name="Editable shape 669"/>
          <p:cNvSpPr/>
          <p:nvPr/>
        </p:nvSpPr>
        <p:spPr>
          <a:xfrm>
            <a:off x="8824976" y="46519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0" name="Editable shape 670"/>
          <p:cNvSpPr/>
          <p:nvPr/>
        </p:nvSpPr>
        <p:spPr>
          <a:xfrm>
            <a:off x="9364907" y="467136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1" name="Editable shape 671"/>
          <p:cNvSpPr/>
          <p:nvPr/>
        </p:nvSpPr>
        <p:spPr>
          <a:xfrm>
            <a:off x="8824976" y="459629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2" name="Editable shape 672"/>
          <p:cNvSpPr/>
          <p:nvPr/>
        </p:nvSpPr>
        <p:spPr>
          <a:xfrm>
            <a:off x="9769856" y="467556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3" name="Editable shape 673"/>
          <p:cNvSpPr/>
          <p:nvPr/>
        </p:nvSpPr>
        <p:spPr>
          <a:xfrm>
            <a:off x="9499890" y="47217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4" name="Editable shape 674"/>
          <p:cNvSpPr/>
          <p:nvPr/>
        </p:nvSpPr>
        <p:spPr>
          <a:xfrm>
            <a:off x="8555010" y="455587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5" name="Editable shape 675"/>
          <p:cNvSpPr/>
          <p:nvPr/>
        </p:nvSpPr>
        <p:spPr>
          <a:xfrm>
            <a:off x="8150061" y="460154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6" name="Editable shape 676"/>
          <p:cNvSpPr/>
          <p:nvPr/>
        </p:nvSpPr>
        <p:spPr>
          <a:xfrm>
            <a:off x="8420027" y="46335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7" name="Editable shape 677"/>
          <p:cNvSpPr/>
          <p:nvPr/>
        </p:nvSpPr>
        <p:spPr>
          <a:xfrm>
            <a:off x="8959958" y="463409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8" name="Editable shape 678"/>
          <p:cNvSpPr/>
          <p:nvPr/>
        </p:nvSpPr>
        <p:spPr>
          <a:xfrm>
            <a:off x="8689993" y="461677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79" name="Editable shape 679"/>
          <p:cNvSpPr/>
          <p:nvPr/>
        </p:nvSpPr>
        <p:spPr>
          <a:xfrm>
            <a:off x="8015078" y="455640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0" name="Editable shape 680"/>
          <p:cNvSpPr/>
          <p:nvPr/>
        </p:nvSpPr>
        <p:spPr>
          <a:xfrm>
            <a:off x="9229924" y="479104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1" name="Editable shape 681"/>
          <p:cNvSpPr/>
          <p:nvPr/>
        </p:nvSpPr>
        <p:spPr>
          <a:xfrm>
            <a:off x="8824976" y="46729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2" name="Editable shape 682"/>
          <p:cNvSpPr/>
          <p:nvPr/>
        </p:nvSpPr>
        <p:spPr>
          <a:xfrm>
            <a:off x="8689993" y="45968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3" name="Editable shape 683"/>
          <p:cNvSpPr/>
          <p:nvPr/>
        </p:nvSpPr>
        <p:spPr>
          <a:xfrm>
            <a:off x="9364907" y="477950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4" name="Editable shape 684"/>
          <p:cNvSpPr/>
          <p:nvPr/>
        </p:nvSpPr>
        <p:spPr>
          <a:xfrm>
            <a:off x="8555010" y="452543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5" name="Editable shape 685"/>
          <p:cNvSpPr/>
          <p:nvPr/>
        </p:nvSpPr>
        <p:spPr>
          <a:xfrm>
            <a:off x="9364907" y="470391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6" name="Editable shape 686"/>
          <p:cNvSpPr/>
          <p:nvPr/>
        </p:nvSpPr>
        <p:spPr>
          <a:xfrm>
            <a:off x="9499890" y="468501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7" name="Editable shape 687"/>
          <p:cNvSpPr/>
          <p:nvPr/>
        </p:nvSpPr>
        <p:spPr>
          <a:xfrm>
            <a:off x="8285044" y="45989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8" name="Editable shape 688"/>
          <p:cNvSpPr/>
          <p:nvPr/>
        </p:nvSpPr>
        <p:spPr>
          <a:xfrm>
            <a:off x="8150061" y="461887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89" name="Editable shape 689"/>
          <p:cNvSpPr/>
          <p:nvPr/>
        </p:nvSpPr>
        <p:spPr>
          <a:xfrm>
            <a:off x="9634873" y="476060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0" name="Editable shape 690"/>
          <p:cNvSpPr/>
          <p:nvPr/>
        </p:nvSpPr>
        <p:spPr>
          <a:xfrm>
            <a:off x="8285044" y="459419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1" name="Editable shape 691"/>
          <p:cNvSpPr/>
          <p:nvPr/>
        </p:nvSpPr>
        <p:spPr>
          <a:xfrm>
            <a:off x="8555010" y="454223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2" name="Editable shape 692"/>
          <p:cNvSpPr/>
          <p:nvPr/>
        </p:nvSpPr>
        <p:spPr>
          <a:xfrm>
            <a:off x="8959958" y="46519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3" name="Editable shape 693"/>
          <p:cNvSpPr/>
          <p:nvPr/>
        </p:nvSpPr>
        <p:spPr>
          <a:xfrm>
            <a:off x="8959958" y="467451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4" name="Editable shape 694"/>
          <p:cNvSpPr/>
          <p:nvPr/>
        </p:nvSpPr>
        <p:spPr>
          <a:xfrm>
            <a:off x="8824976" y="463251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5" name="Editable shape 695"/>
          <p:cNvSpPr/>
          <p:nvPr/>
        </p:nvSpPr>
        <p:spPr>
          <a:xfrm>
            <a:off x="8285044" y="45238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6" name="Editable shape 696"/>
          <p:cNvSpPr/>
          <p:nvPr/>
        </p:nvSpPr>
        <p:spPr>
          <a:xfrm>
            <a:off x="9499890" y="462254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7" name="Editable shape 697"/>
          <p:cNvSpPr/>
          <p:nvPr/>
        </p:nvSpPr>
        <p:spPr>
          <a:xfrm>
            <a:off x="8555010" y="459262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8" name="Editable shape 698"/>
          <p:cNvSpPr/>
          <p:nvPr/>
        </p:nvSpPr>
        <p:spPr>
          <a:xfrm>
            <a:off x="9499890" y="461257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699" name="Editable shape 699"/>
          <p:cNvSpPr/>
          <p:nvPr/>
        </p:nvSpPr>
        <p:spPr>
          <a:xfrm>
            <a:off x="8015078" y="442464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0" name="Editable shape 700"/>
          <p:cNvSpPr/>
          <p:nvPr/>
        </p:nvSpPr>
        <p:spPr>
          <a:xfrm>
            <a:off x="9229924" y="46823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1" name="Editable shape 701"/>
          <p:cNvSpPr/>
          <p:nvPr/>
        </p:nvSpPr>
        <p:spPr>
          <a:xfrm>
            <a:off x="8150061" y="464301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2" name="Editable shape 702"/>
          <p:cNvSpPr/>
          <p:nvPr/>
        </p:nvSpPr>
        <p:spPr>
          <a:xfrm>
            <a:off x="8420027" y="451440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3" name="Editable shape 703"/>
          <p:cNvSpPr/>
          <p:nvPr/>
        </p:nvSpPr>
        <p:spPr>
          <a:xfrm>
            <a:off x="7745113" y="44844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4" name="Editable shape 704"/>
          <p:cNvSpPr/>
          <p:nvPr/>
        </p:nvSpPr>
        <p:spPr>
          <a:xfrm>
            <a:off x="9094941" y="459734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5" name="Editable shape 705"/>
          <p:cNvSpPr/>
          <p:nvPr/>
        </p:nvSpPr>
        <p:spPr>
          <a:xfrm>
            <a:off x="8420027" y="451755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6" name="Editable shape 706"/>
          <p:cNvSpPr/>
          <p:nvPr/>
        </p:nvSpPr>
        <p:spPr>
          <a:xfrm>
            <a:off x="8555010" y="469078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7" name="Editable shape 707"/>
          <p:cNvSpPr/>
          <p:nvPr/>
        </p:nvSpPr>
        <p:spPr>
          <a:xfrm>
            <a:off x="8015078" y="460574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8" name="Editable shape 708"/>
          <p:cNvSpPr/>
          <p:nvPr/>
        </p:nvSpPr>
        <p:spPr>
          <a:xfrm>
            <a:off x="8150061" y="451598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09" name="Editable shape 709"/>
          <p:cNvSpPr/>
          <p:nvPr/>
        </p:nvSpPr>
        <p:spPr>
          <a:xfrm>
            <a:off x="8689993" y="451650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0" name="Editable shape 710"/>
          <p:cNvSpPr/>
          <p:nvPr/>
        </p:nvSpPr>
        <p:spPr>
          <a:xfrm>
            <a:off x="9364907" y="461834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1" name="Editable shape 711"/>
          <p:cNvSpPr/>
          <p:nvPr/>
        </p:nvSpPr>
        <p:spPr>
          <a:xfrm>
            <a:off x="9094941" y="473960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2" name="Editable shape 712"/>
          <p:cNvSpPr/>
          <p:nvPr/>
        </p:nvSpPr>
        <p:spPr>
          <a:xfrm>
            <a:off x="9094941" y="461467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3" name="Editable shape 713"/>
          <p:cNvSpPr/>
          <p:nvPr/>
        </p:nvSpPr>
        <p:spPr>
          <a:xfrm>
            <a:off x="8824976" y="473068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4" name="Editable shape 714"/>
          <p:cNvSpPr/>
          <p:nvPr/>
        </p:nvSpPr>
        <p:spPr>
          <a:xfrm>
            <a:off x="8689993" y="459577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5" name="Editable shape 715"/>
          <p:cNvSpPr/>
          <p:nvPr/>
        </p:nvSpPr>
        <p:spPr>
          <a:xfrm>
            <a:off x="8824976" y="457267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6" name="Editable shape 716"/>
          <p:cNvSpPr/>
          <p:nvPr/>
        </p:nvSpPr>
        <p:spPr>
          <a:xfrm>
            <a:off x="9094941" y="456952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7" name="Editable shape 717"/>
          <p:cNvSpPr/>
          <p:nvPr/>
        </p:nvSpPr>
        <p:spPr>
          <a:xfrm>
            <a:off x="9499890" y="465824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8" name="Editable shape 718"/>
          <p:cNvSpPr/>
          <p:nvPr/>
        </p:nvSpPr>
        <p:spPr>
          <a:xfrm>
            <a:off x="8824976" y="45721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19" name="Editable shape 719"/>
          <p:cNvSpPr/>
          <p:nvPr/>
        </p:nvSpPr>
        <p:spPr>
          <a:xfrm>
            <a:off x="8420027" y="454380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0" name="Editable shape 720"/>
          <p:cNvSpPr/>
          <p:nvPr/>
        </p:nvSpPr>
        <p:spPr>
          <a:xfrm>
            <a:off x="7745113" y="449078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1" name="Editable shape 721"/>
          <p:cNvSpPr/>
          <p:nvPr/>
        </p:nvSpPr>
        <p:spPr>
          <a:xfrm>
            <a:off x="9499890" y="475745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2" name="Editable shape 722"/>
          <p:cNvSpPr/>
          <p:nvPr/>
        </p:nvSpPr>
        <p:spPr>
          <a:xfrm>
            <a:off x="9364907" y="464984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3" name="Editable shape 723"/>
          <p:cNvSpPr/>
          <p:nvPr/>
        </p:nvSpPr>
        <p:spPr>
          <a:xfrm>
            <a:off x="8555010" y="448448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4" name="Editable shape 724"/>
          <p:cNvSpPr/>
          <p:nvPr/>
        </p:nvSpPr>
        <p:spPr>
          <a:xfrm>
            <a:off x="8959958" y="462884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5" name="Editable shape 725"/>
          <p:cNvSpPr/>
          <p:nvPr/>
        </p:nvSpPr>
        <p:spPr>
          <a:xfrm>
            <a:off x="8555010" y="454380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6" name="Editable shape 726"/>
          <p:cNvSpPr/>
          <p:nvPr/>
        </p:nvSpPr>
        <p:spPr>
          <a:xfrm>
            <a:off x="8150061" y="45879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7" name="Editable shape 727"/>
          <p:cNvSpPr/>
          <p:nvPr/>
        </p:nvSpPr>
        <p:spPr>
          <a:xfrm>
            <a:off x="9364907" y="467136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8" name="Editable shape 728"/>
          <p:cNvSpPr/>
          <p:nvPr/>
        </p:nvSpPr>
        <p:spPr>
          <a:xfrm>
            <a:off x="8555010" y="464354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29" name="Editable shape 729"/>
          <p:cNvSpPr/>
          <p:nvPr/>
        </p:nvSpPr>
        <p:spPr>
          <a:xfrm>
            <a:off x="8689993" y="461362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0" name="Editable shape 730"/>
          <p:cNvSpPr/>
          <p:nvPr/>
        </p:nvSpPr>
        <p:spPr>
          <a:xfrm>
            <a:off x="8824976" y="460994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1" name="Editable shape 731"/>
          <p:cNvSpPr/>
          <p:nvPr/>
        </p:nvSpPr>
        <p:spPr>
          <a:xfrm>
            <a:off x="8959958" y="464721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2" name="Editable shape 732"/>
          <p:cNvSpPr/>
          <p:nvPr/>
        </p:nvSpPr>
        <p:spPr>
          <a:xfrm>
            <a:off x="8689993" y="455115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3" name="Editable shape 733"/>
          <p:cNvSpPr/>
          <p:nvPr/>
        </p:nvSpPr>
        <p:spPr>
          <a:xfrm>
            <a:off x="8285044" y="460837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4" name="Editable shape 734"/>
          <p:cNvSpPr/>
          <p:nvPr/>
        </p:nvSpPr>
        <p:spPr>
          <a:xfrm>
            <a:off x="8959958" y="455640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5" name="Editable shape 735"/>
          <p:cNvSpPr/>
          <p:nvPr/>
        </p:nvSpPr>
        <p:spPr>
          <a:xfrm>
            <a:off x="9229924" y="463251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6" name="Editable shape 736"/>
          <p:cNvSpPr/>
          <p:nvPr/>
        </p:nvSpPr>
        <p:spPr>
          <a:xfrm>
            <a:off x="8150061" y="45800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7" name="Editable shape 737"/>
          <p:cNvSpPr/>
          <p:nvPr/>
        </p:nvSpPr>
        <p:spPr>
          <a:xfrm>
            <a:off x="8555010" y="458370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8" name="Editable shape 738"/>
          <p:cNvSpPr/>
          <p:nvPr/>
        </p:nvSpPr>
        <p:spPr>
          <a:xfrm>
            <a:off x="8824976" y="463146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39" name="Editable shape 739"/>
          <p:cNvSpPr/>
          <p:nvPr/>
        </p:nvSpPr>
        <p:spPr>
          <a:xfrm>
            <a:off x="8824976" y="456795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0" name="Editable shape 740"/>
          <p:cNvSpPr/>
          <p:nvPr/>
        </p:nvSpPr>
        <p:spPr>
          <a:xfrm>
            <a:off x="8689993" y="459577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1" name="Editable shape 741"/>
          <p:cNvSpPr/>
          <p:nvPr/>
        </p:nvSpPr>
        <p:spPr>
          <a:xfrm>
            <a:off x="7745113" y="457845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2" name="Editable shape 742"/>
          <p:cNvSpPr/>
          <p:nvPr/>
        </p:nvSpPr>
        <p:spPr>
          <a:xfrm>
            <a:off x="8420027" y="459157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3" name="Editable shape 743"/>
          <p:cNvSpPr/>
          <p:nvPr/>
        </p:nvSpPr>
        <p:spPr>
          <a:xfrm>
            <a:off x="9364907" y="476060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4" name="Editable shape 744"/>
          <p:cNvSpPr/>
          <p:nvPr/>
        </p:nvSpPr>
        <p:spPr>
          <a:xfrm>
            <a:off x="8689993" y="463094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5" name="Editable shape 745"/>
          <p:cNvSpPr/>
          <p:nvPr/>
        </p:nvSpPr>
        <p:spPr>
          <a:xfrm>
            <a:off x="8420027" y="452805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6" name="Editable shape 746"/>
          <p:cNvSpPr/>
          <p:nvPr/>
        </p:nvSpPr>
        <p:spPr>
          <a:xfrm>
            <a:off x="8555010" y="461624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7" name="Editable shape 747"/>
          <p:cNvSpPr/>
          <p:nvPr/>
        </p:nvSpPr>
        <p:spPr>
          <a:xfrm>
            <a:off x="8959958" y="466664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8" name="Editable shape 748"/>
          <p:cNvSpPr/>
          <p:nvPr/>
        </p:nvSpPr>
        <p:spPr>
          <a:xfrm>
            <a:off x="9094941" y="465089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49" name="Editable shape 749"/>
          <p:cNvSpPr/>
          <p:nvPr/>
        </p:nvSpPr>
        <p:spPr>
          <a:xfrm>
            <a:off x="8555010" y="462779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0" name="Editable shape 750"/>
          <p:cNvSpPr/>
          <p:nvPr/>
        </p:nvSpPr>
        <p:spPr>
          <a:xfrm>
            <a:off x="9364907" y="465561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1" name="Editable shape 751"/>
          <p:cNvSpPr/>
          <p:nvPr/>
        </p:nvSpPr>
        <p:spPr>
          <a:xfrm>
            <a:off x="8285044" y="457372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2" name="Editable shape 752"/>
          <p:cNvSpPr/>
          <p:nvPr/>
        </p:nvSpPr>
        <p:spPr>
          <a:xfrm>
            <a:off x="8420027" y="462989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3" name="Editable shape 753"/>
          <p:cNvSpPr/>
          <p:nvPr/>
        </p:nvSpPr>
        <p:spPr>
          <a:xfrm>
            <a:off x="7880096" y="452228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4" name="Editable shape 754"/>
          <p:cNvSpPr/>
          <p:nvPr/>
        </p:nvSpPr>
        <p:spPr>
          <a:xfrm>
            <a:off x="8555010" y="4573202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5" name="Editable shape 755"/>
          <p:cNvSpPr/>
          <p:nvPr/>
        </p:nvSpPr>
        <p:spPr>
          <a:xfrm>
            <a:off x="8555010" y="458737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6" name="Editable shape 756"/>
          <p:cNvSpPr/>
          <p:nvPr/>
        </p:nvSpPr>
        <p:spPr>
          <a:xfrm>
            <a:off x="9229924" y="465929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7" name="Editable shape 757"/>
          <p:cNvSpPr/>
          <p:nvPr/>
        </p:nvSpPr>
        <p:spPr>
          <a:xfrm>
            <a:off x="8689993" y="4626220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8" name="Editable shape 758"/>
          <p:cNvSpPr/>
          <p:nvPr/>
        </p:nvSpPr>
        <p:spPr>
          <a:xfrm>
            <a:off x="9499890" y="484091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59" name="Editable shape 759"/>
          <p:cNvSpPr/>
          <p:nvPr/>
        </p:nvSpPr>
        <p:spPr>
          <a:xfrm>
            <a:off x="8555010" y="461572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0" name="Editable shape 760"/>
          <p:cNvSpPr/>
          <p:nvPr/>
        </p:nvSpPr>
        <p:spPr>
          <a:xfrm>
            <a:off x="8959958" y="4800498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1" name="Editable shape 761"/>
          <p:cNvSpPr/>
          <p:nvPr/>
        </p:nvSpPr>
        <p:spPr>
          <a:xfrm>
            <a:off x="8015078" y="465456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2" name="Editable shape 762"/>
          <p:cNvSpPr/>
          <p:nvPr/>
        </p:nvSpPr>
        <p:spPr>
          <a:xfrm>
            <a:off x="8150061" y="462989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3" name="Editable shape 763"/>
          <p:cNvSpPr/>
          <p:nvPr/>
        </p:nvSpPr>
        <p:spPr>
          <a:xfrm>
            <a:off x="8555010" y="464931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4" name="Editable shape 764"/>
          <p:cNvSpPr/>
          <p:nvPr/>
        </p:nvSpPr>
        <p:spPr>
          <a:xfrm>
            <a:off x="9229924" y="4713884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5" name="Editable shape 765"/>
          <p:cNvSpPr/>
          <p:nvPr/>
        </p:nvSpPr>
        <p:spPr>
          <a:xfrm>
            <a:off x="9364907" y="4687637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6" name="Editable shape 766"/>
          <p:cNvSpPr/>
          <p:nvPr/>
        </p:nvSpPr>
        <p:spPr>
          <a:xfrm>
            <a:off x="8689993" y="463461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7" name="Editable shape 767"/>
          <p:cNvSpPr/>
          <p:nvPr/>
        </p:nvSpPr>
        <p:spPr>
          <a:xfrm>
            <a:off x="8824976" y="4677139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8" name="Editable shape 768"/>
          <p:cNvSpPr/>
          <p:nvPr/>
        </p:nvSpPr>
        <p:spPr>
          <a:xfrm>
            <a:off x="8285044" y="460312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69" name="Editable shape 769"/>
          <p:cNvSpPr/>
          <p:nvPr/>
        </p:nvSpPr>
        <p:spPr>
          <a:xfrm>
            <a:off x="8555010" y="4550105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70" name="Editable shape 770"/>
          <p:cNvSpPr/>
          <p:nvPr/>
        </p:nvSpPr>
        <p:spPr>
          <a:xfrm>
            <a:off x="8824976" y="4580026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71" name="Editable shape 771"/>
          <p:cNvSpPr/>
          <p:nvPr/>
        </p:nvSpPr>
        <p:spPr>
          <a:xfrm>
            <a:off x="8555010" y="4604173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72" name="Editable shape 772"/>
          <p:cNvSpPr/>
          <p:nvPr/>
        </p:nvSpPr>
        <p:spPr>
          <a:xfrm>
            <a:off x="8420027" y="4615721"/>
            <a:ext cx="48768" cy="487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FFFFFF"/>
            </a:solidFill>
          </a:ln>
        </p:spPr>
      </p:sp>
      <p:sp>
        <p:nvSpPr>
          <p:cNvPr id="773" name="Editable vector 773"/>
          <p:cNvSpPr/>
          <p:nvPr/>
        </p:nvSpPr>
        <p:spPr>
          <a:xfrm>
            <a:off x="6959600" y="4292600"/>
            <a:ext cx="4724400" cy="1574800"/>
          </a:xfrm>
          <a:custGeom>
            <a:avLst/>
            <a:gdLst/>
            <a:ahLst/>
            <a:cxnLst/>
            <a:rect l="0" t="0" r="r" b="b"/>
            <a:pathLst>
              <a:path w="4724400" h="1574800" fill="none">
                <a:moveTo>
                  <a:pt x="0" y="0"/>
                </a:moveTo>
                <a:lnTo>
                  <a:pt x="0" y="1574800"/>
                </a:lnTo>
                <a:lnTo>
                  <a:pt x="4724400" y="15748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774" name="Fusion pTM (not a gate)"/>
          <p:cNvSpPr txBox="1"/>
          <p:nvPr/>
        </p:nvSpPr>
        <p:spPr>
          <a:xfrm>
            <a:off x="7416800" y="6121400"/>
            <a:ext cx="381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17324D"/>
                </a:solidFill>
                <a:latin typeface="Arial"/>
              </a:rPr>
              <a:t>Fusion pTM (not a gate)</a:t>
            </a:r>
          </a:p>
        </p:txBody>
      </p:sp>
      <p:sp>
        <p:nvSpPr>
          <p:cNvPr id="775" name="Editable vector 775"/>
          <p:cNvSpPr/>
          <p:nvPr/>
        </p:nvSpPr>
        <p:spPr>
          <a:xfrm>
            <a:off x="381000" y="6339840"/>
            <a:ext cx="11430000" cy="5080"/>
          </a:xfrm>
          <a:custGeom>
            <a:avLst/>
            <a:gdLst/>
            <a:ahLst/>
            <a:cxnLst/>
            <a:rect l="0" t="0" r="r" b="b"/>
            <a:pathLst>
              <a:path w="11430000" h="5080" fill="none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776" name="Gates: both arms pLDDT &gt;80; inter-domain PAE &gt;15 Å. High PAE = uncertain relative placement."/>
          <p:cNvSpPr txBox="1"/>
          <p:nvPr/>
        </p:nvSpPr>
        <p:spPr>
          <a:xfrm>
            <a:off x="406400" y="6426200"/>
            <a:ext cx="7197963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Gates: both arms pLDDT &gt;80; inter-domain PAE &gt;15 Å. High PAE = uncertain relative placement.</a:t>
            </a:r>
          </a:p>
        </p:txBody>
      </p:sp>
      <p:sp>
        <p:nvSpPr>
          <p:cNvPr id="777" name="Computational fold screen; dual-target binding and BBB transport remain untested. Molecular drawings are schematic."/>
          <p:cNvSpPr txBox="1"/>
          <p:nvPr/>
        </p:nvSpPr>
        <p:spPr>
          <a:xfrm>
            <a:off x="406400" y="6629400"/>
            <a:ext cx="86918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Computational fold screen; dual-target binding and BBB transport remain untested. Molecular drawings are schematic.</a:t>
            </a:r>
          </a:p>
        </p:txBody>
      </p:sp>
    </p:spTree>
  </p:cSld>
  <p:clrMapOvr>
    <a:masterClrMapping/>
  </p:clrMapOvr>
</p:sld>
</file>